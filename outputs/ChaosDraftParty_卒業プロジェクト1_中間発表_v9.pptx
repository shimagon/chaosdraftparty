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BIZ UDPGothic" panose="020B0400000000000000" pitchFamily="50" charset="-128"/>
      <p:regular r:id="rId12"/>
      <p:bold r:id="rId13"/>
    </p:embeddedFont>
    <p:embeddedFont>
      <p:font typeface="DotGothic16" panose="02020900000000000000" pitchFamily="18" charset="-128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246120" cy="32461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229600" y="47731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自作キャラ「EGGYBOT」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企画・モデル・シェーダまで AI と共同制作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91672" y="1078992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224260" y="1078992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56848" y="1078992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卒業プロジェクト1 中間発表 / 2026.07.14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72237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AIエージェントとつくる、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ひとりのゲーム開発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― エディタ(開発ツール)をほぼ触らずに、どこまで作れるか 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00499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制作タイトル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86783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ChaosDraftParty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2.5D 対戦アクション(Unreal Engine 5.8)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 泰成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東海大学 情報理工学部 情報メディア学科 小坂研究室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研究背景 ― ゲームは 1 人で完成させづらい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ゲームを 1 本完成させるために必要な仕事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企画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7208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プログラム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5776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65776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3Dアート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344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24344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レベルデザイン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1865376"/>
            <a:ext cx="2048256" cy="548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82912" y="1984248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QA・テスト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48716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専門分野の異なる仕事の集合 ― 1 人で全てを身につけるのは大きな負担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67247" y="2852928"/>
            <a:ext cx="457200" cy="329184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8640" y="3291840"/>
            <a:ext cx="11094415" cy="100584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345643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転機: AI エージェントが、コード作成からエディタ操作まで担えるように(2026)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→ 専門外の仕事を AI に任せて、1 人でも完成させられる可能性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1094415" cy="100584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73659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ただし「AI をどう使えば完成まで行けるか」の実践知見はまだ少ない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　→ 本研究: 実際にゲームを 1 本つくり、AI の使い方と限界を確かめる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図1 ゲーム開発に必要な仕事と AI エージェント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研究目的 ― エディタをほぼ触らないゲーム開発の検証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2/9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45920"/>
            <a:ext cx="11094415" cy="137160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1874519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エージェントとの分業だけで、遊べるゲームを 1 人で完成させる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検証条件: 人間の役割は「決める・遊ぶ・判断」の 3 つに限定、実装・エディタ操作は複数の AI が分担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29000"/>
            <a:ext cx="5440680" cy="10058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364845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67131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61188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への指示だけで、遊べるゲームを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どこまで完成させられるか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429000"/>
            <a:ext cx="5440680" cy="10058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28232" y="364845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131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361188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複数の AI をどう使い分ければ、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 人開発でも品質を保てるか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9 月の成果物: </a:t>
            </a: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遊べるゲーム本体 + AI 分業の制作記録(どの作業を AI に任せられたかの数値)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意義: </a:t>
            </a: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この方法が確立すれば、個人や小規模チームでも遊べるゲームを完成させやすくなる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制作するゲーム ― ChaosDraftParty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3/9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554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5773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ジャンル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1581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2.5D 対戦アクション(横から見る視点)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0116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0345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プレイ人数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0391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 1 人用(CPU の敵と対戦) ― 将来オンライン対戦へ拡張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4688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4917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4963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約 30 秒 ― 短く繰り返し遊ぶ構造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529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遊び方は 5 語で説明できる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00400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3291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2918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選ぶ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3101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強化スキルを 3 択から選択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67328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3858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8587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走る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87705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足場を横移動・ジャンプ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34256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442569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442569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消える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44398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足場が崩れて舞台が縮小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901184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49926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499262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ぶつかる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0109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押し合い・吹き飛ばし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468112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55595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55595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生き残る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577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最後まで残れば勝ち</a:t>
            </a:r>
          </a:p>
        </p:txBody>
      </p:sp>
      <p:pic>
        <p:nvPicPr>
          <p:cNvPr id="50" name="Picture 49" descr="island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54480"/>
            <a:ext cx="4736592" cy="266090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1" name="TextBox 50"/>
          <p:cNvSpPr txBox="1"/>
          <p:nvPr/>
        </p:nvSpPr>
        <p:spPr>
          <a:xfrm>
            <a:off x="6903720" y="4261104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図2 ステージ「縮む島」(Unity 試作版・俯瞰視点)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　現在 2.5D 横視点で UE5.8 に再構築中(図7)</a:t>
            </a:r>
          </a:p>
        </p:txBody>
      </p:sp>
      <p:pic>
        <p:nvPicPr>
          <p:cNvPr id="52" name="Picture 51" descr="eggybot_b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709160"/>
            <a:ext cx="1417320" cy="14173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3" name="TextBox 52"/>
          <p:cNvSpPr txBox="1"/>
          <p:nvPr/>
        </p:nvSpPr>
        <p:spPr>
          <a:xfrm>
            <a:off x="8503920" y="50292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図3 操作キャラ「EGGYBOT」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　企画から 3D モデルまで AI と制作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設計の根拠 ―『フィールドスマッシュ』の構造と弱点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4/9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6002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参考: 大乱闘スマッシュブラザーズ for 3DS のひとり用モード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965960"/>
            <a:ext cx="5257800" cy="77724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08483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① 5 分間の探索 ― 敵を倒して強化を収集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012948" y="2788920"/>
            <a:ext cx="329184" cy="274320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3118104"/>
            <a:ext cx="5257800" cy="77724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2369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② 最終決戦 ― 探索の成果がそのまま強さに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40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図4 フィールドスマッシュの基本構造</a:t>
            </a:r>
          </a:p>
        </p:txBody>
      </p:sp>
      <p:pic>
        <p:nvPicPr>
          <p:cNvPr id="27" name="Picture 26" descr="smashrun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4270248"/>
            <a:ext cx="2743200" cy="16459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8" name="TextBox 27"/>
          <p:cNvSpPr txBox="1"/>
          <p:nvPr/>
        </p:nvSpPr>
        <p:spPr>
          <a:xfrm>
            <a:off x="548640" y="5971032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図5 敵撃破で強化アイテムを入手 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600200"/>
            <a:ext cx="5379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弱点(本研究での分析)と、本作の解決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965960"/>
            <a:ext cx="5379415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103120"/>
            <a:ext cx="4830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弱点1  </a:t>
            </a: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決戦形式がランダム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決戦ルールを固定 ― 鍛えた力が必ず有効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136392"/>
            <a:ext cx="5379415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3273552"/>
            <a:ext cx="4830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弱点2  </a:t>
            </a: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強化が運まかせの拾い集め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ドラフト選択制 ― 毎回 3 択から意思決定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306824"/>
            <a:ext cx="5379415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443984"/>
            <a:ext cx="4830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弱点3  </a:t>
            </a: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オンライン非対応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マルチ拡張前提の設計 ― 実装は来期(卒プロ2)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577839"/>
            <a:ext cx="5379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対戦相手がいなくても成立する構造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　→ 「まず 1 人用」で作る本作に最適な骨格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[1] 任天堂:大乱闘スマッシュブラザーズ for Nintendo 3DS 公式サイト(オンライン)，入手先〈https://www.smashbros.com/〉(参照 2026-07-14)．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制作方法 ― 人間 1 人 + AI エージェントのチーム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5/9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14600"/>
            <a:ext cx="2514600" cy="2103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74320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島田(人間)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決める・遊ぶ・判断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何を作るかの決定、実際にプレイ、面白いかどうかの最終判断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54680" y="3429000"/>
            <a:ext cx="457200" cy="310896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749040" y="169164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_claude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47672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63440" y="192938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Claude Code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設計・実装の主担当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65176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C++/Blueprint のコード実装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シーン構築などエディタ操作も担当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365760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logo_openai_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913632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63440" y="3895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OpenAI Codex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並列作業・別視点チェック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617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資料・データの量産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Claude の実装を別視点でレビュー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78040" y="3429000"/>
            <a:ext cx="457200" cy="310896"/>
          </a:xfrm>
          <a:prstGeom prst="rightArrow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23176" y="384048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23176" y="386334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MCP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514600"/>
            <a:ext cx="3870655" cy="21031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logo_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247" y="2743200"/>
            <a:ext cx="754577" cy="8229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955280" y="3566159"/>
            <a:ext cx="35048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配置・実行・確認まで AI がエディタを直接操作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MCP = AI とエディタをつなぐ接続規格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図6 制作体制の全体像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相互レビュー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同士の相互レビュー後に採用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記録を残す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作業ログで別の AI が続行可能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実行して確認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の「できた」は画面とログで検証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現在の進捗 ― 7 月中間時点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6/9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コミット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実装の積み上げ量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ほぼ全て AI が記述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4136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74136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キャラが動くまで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UE 導入 3 日で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自作キャラが動作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ほぼ0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エディタ手作業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現時点は体感値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9 月に計測値で報告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25128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9/9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自動テスト合格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移動など基本動作 9 項目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項目は人間がレビューして採用</a:t>
            </a:r>
          </a:p>
        </p:txBody>
      </p:sp>
      <p:pic>
        <p:nvPicPr>
          <p:cNvPr id="32" name="Picture 31" descr="ue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4224528" cy="237744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548640" y="604418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図7 AI が構築した 2.5D アリーナ(UE5.8)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9476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実機で確認できた操作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A / D → 左右移動 / Space → ジャンプ / E → ダッシュ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吹き飛ばし処理・ジャンプの入力猶予も C++ で実装済み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の「完了」報告は、画面とログで必ず検証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※ 4〜6 月は Unity で試作、7 月に AI 連携を公式サポートする UE5.8 へ移行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評価方法 ― 2 つの問いを、数えられる形で確かめる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7/9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  遊べるゲームになったか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523744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ルールが伝わるか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4871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初見の学生 5 人が 10 秒の観戦で</a:t>
            </a:r>
            <a:b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ルールを説明できるか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694176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対戦になっているか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657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 30 秒中に</a:t>
            </a:r>
            <a:b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敵との接触が 2 回以上あるか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負けて納得できるか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828032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プレイ直後に「負けた理由」を</a:t>
            </a:r>
            <a:b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自分の言葉で言えるか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問い 2  AI の使い分けはうまくいったか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2523744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速く作れたか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248716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機能ごとの完成時間と</a:t>
            </a:r>
            <a:b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やり直し回数を記録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3694176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人の手間を減らせたか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3657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エディタを手で操作した回数を数え</a:t>
            </a:r>
            <a:b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全作業に対する割合を算出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4864608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別の AI が引き継げるか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14232" y="4828032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作業記録だけを渡して</a:t>
            </a:r>
            <a:b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続きから作業できるかを試す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全て数値・回数で記録し、9 月の最終発表で結果を報告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今後の計画 ― まず 1 人で遊べる形、それからマルチ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8/9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91640"/>
            <a:ext cx="11094415" cy="146304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169164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40" y="1325880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▼ いまここ(7月中旬)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7月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1人で遊べる核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2.5D 移動・ダッシュ・KO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縮む足場ステージ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ラウンド完走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8月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ゲームループ完成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選ぶ→生き残るの 1 ループ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ドラフト(3 択)とスキル 3 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第 1 回プレイテスト(評価の予行)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C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9月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完成・評価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UI・音・見た目の仕上げ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評価の本計測(初見テスト)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最終発表(マルチ化はここから着手)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マルチ化は来期(卒プロ2)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シングルで確認した仕組みをそのままオンラインへ拡張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まとめ ― 9 月に、実物と数字で回答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9/9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45920"/>
            <a:ext cx="11094415" cy="12344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1828800"/>
            <a:ext cx="102714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目的: エディタをほぼ触らずに、AI との分業でゲームを完成させる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開発 3 ヶ月半で手応えあり ― 残り 2 ヶ月で完成予定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9 月の最終発表で見せるもの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遊べる実物</a:t>
            </a:r>
            <a:r>
              <a:rPr sz="11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  問い 1 に回答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2.5D 対戦アクション(1 人用)をその場で実演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9672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制作の全記録</a:t>
            </a:r>
            <a:r>
              <a:rPr sz="11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  問い 2 に回答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AI ごとの担当作業の分類と、再現性テストの結果を数値で報告</a:t>
            </a:r>
          </a:p>
        </p:txBody>
      </p:sp>
      <p:pic>
        <p:nvPicPr>
          <p:cNvPr id="27" name="Picture 26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892040"/>
            <a:ext cx="14173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257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ご清聴ありがとうございました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島田 泰成 / 東海大学 情報メディア学科 小坂研究室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787</Words>
  <Application>Microsoft Office PowerPoint</Application>
  <PresentationFormat>ワイド画面</PresentationFormat>
  <Paragraphs>184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Arial</vt:lpstr>
      <vt:lpstr>Calibri</vt:lpstr>
      <vt:lpstr>BIZ UDPGothic</vt:lpstr>
      <vt:lpstr>DotGothic16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2026-07-20T17:05:41Z</dcterms:modified>
  <cp:category/>
</cp:coreProperties>
</file>