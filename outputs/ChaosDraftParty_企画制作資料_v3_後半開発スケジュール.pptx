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15a8133d7b461d" /><Relationship Type="http://schemas.openxmlformats.org/officeDocument/2006/relationships/extended-properties" Target="/docProps/app.xml" Id="Rb33d58359bd74385" /><Relationship Type="http://schemas.openxmlformats.org/officeDocument/2006/relationships/officeDocument" Target="/ppt/presentation.xml" Id="R94e94c6e3caf46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fd403ab52e4674"/>
  </p:sldMasterIdLst>
  <p:notesMasterIdLst>
    <p:notesMasterId xmlns:r="http://schemas.openxmlformats.org/officeDocument/2006/relationships" r:id="R4026430756dc4809"/>
  </p:notesMasterIdLst>
  <p:sldIdLst>
    <p:sldId xmlns:r="http://schemas.openxmlformats.org/officeDocument/2006/relationships" id="256" r:id="Rb18214b743914c63"/>
    <p:sldId xmlns:r="http://schemas.openxmlformats.org/officeDocument/2006/relationships" id="257" r:id="R8d6f1c01b4bf43dd"/>
    <p:sldId xmlns:r="http://schemas.openxmlformats.org/officeDocument/2006/relationships" id="258" r:id="Rcf88f3fa765742df"/>
    <p:sldId xmlns:r="http://schemas.openxmlformats.org/officeDocument/2006/relationships" id="259" r:id="R28468e2e452043f6"/>
    <p:sldId xmlns:r="http://schemas.openxmlformats.org/officeDocument/2006/relationships" id="260" r:id="R279e43ceb0b74cfe"/>
    <p:sldId xmlns:r="http://schemas.openxmlformats.org/officeDocument/2006/relationships" id="261" r:id="Ra09b2c48f0374bf1"/>
    <p:sldId xmlns:r="http://schemas.openxmlformats.org/officeDocument/2006/relationships" id="262" r:id="R44fb666523b84394"/>
    <p:sldId xmlns:r="http://schemas.openxmlformats.org/officeDocument/2006/relationships" id="263" r:id="Rf7a9e0d892224c76"/>
    <p:sldId xmlns:r="http://schemas.openxmlformats.org/officeDocument/2006/relationships" id="264" r:id="R3d4a8f41e3154a7e"/>
    <p:sldId xmlns:r="http://schemas.openxmlformats.org/officeDocument/2006/relationships" id="265" r:id="Rd617d8d0394440ef"/>
    <p:sldId xmlns:r="http://schemas.openxmlformats.org/officeDocument/2006/relationships" id="266" r:id="Rd57da617b07449a9"/>
    <p:sldId xmlns:r="http://schemas.openxmlformats.org/officeDocument/2006/relationships" id="267" r:id="Rf636ea90dd6042bb"/>
    <p:sldId xmlns:r="http://schemas.openxmlformats.org/officeDocument/2006/relationships" id="268" r:id="R0ecddc72c4b84172"/>
    <p:sldId xmlns:r="http://schemas.openxmlformats.org/officeDocument/2006/relationships" id="269" r:id="R54f9a0895df64202"/>
    <p:sldId xmlns:r="http://schemas.openxmlformats.org/officeDocument/2006/relationships" id="270" r:id="R8892b7189a5a4414"/>
    <p:sldId xmlns:r="http://schemas.openxmlformats.org/officeDocument/2006/relationships" id="271" r:id="R1088c9550ed149cd"/>
    <p:sldId xmlns:r="http://schemas.openxmlformats.org/officeDocument/2006/relationships" id="272" r:id="R561f4bf653764888"/>
    <p:sldId xmlns:r="http://schemas.openxmlformats.org/officeDocument/2006/relationships" id="273" r:id="Rf6009d6aea3143a5"/>
    <p:sldId xmlns:r="http://schemas.openxmlformats.org/officeDocument/2006/relationships" id="274" r:id="R2b14f6d0937a4440"/>
    <p:sldId xmlns:r="http://schemas.openxmlformats.org/officeDocument/2006/relationships" id="275" r:id="R23523884d8a64847"/>
    <p:sldId xmlns:r="http://schemas.openxmlformats.org/officeDocument/2006/relationships" id="276" r:id="Rddee7d892cee4a4b"/>
    <p:sldId xmlns:r="http://schemas.openxmlformats.org/officeDocument/2006/relationships" id="277" r:id="Rbae3b223ce124e32"/>
    <p:sldId xmlns:r="http://schemas.openxmlformats.org/officeDocument/2006/relationships" id="278" r:id="R51fda72fcf4643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995cdebcf0481f" /><Relationship Type="http://schemas.openxmlformats.org/officeDocument/2006/relationships/slideMaster" Target="/ppt/slideMasters/slideMaster1.xml" Id="R05fd403ab52e4674" /><Relationship Type="http://schemas.openxmlformats.org/officeDocument/2006/relationships/notesMaster" Target="/ppt/notesMasters/notesMaster1.xml" Id="R4026430756dc4809" /><Relationship Type="http://schemas.openxmlformats.org/officeDocument/2006/relationships/presProps" Target="/ppt/presProps.xml" Id="R8a52436598af4cbf" /><Relationship Type="http://schemas.openxmlformats.org/officeDocument/2006/relationships/tableStyles" Target="/ppt/tableStyles.xml" Id="Rc9ce45604b124556" /><Relationship Type="http://schemas.openxmlformats.org/officeDocument/2006/relationships/slide" Target="/ppt/slides/slide1.xml" Id="Rb18214b743914c63" /><Relationship Type="http://schemas.openxmlformats.org/officeDocument/2006/relationships/slide" Target="/ppt/slides/slide2.xml" Id="R8d6f1c01b4bf43dd" /><Relationship Type="http://schemas.openxmlformats.org/officeDocument/2006/relationships/slide" Target="/ppt/slides/slide3.xml" Id="Rcf88f3fa765742df" /><Relationship Type="http://schemas.openxmlformats.org/officeDocument/2006/relationships/slide" Target="/ppt/slides/slide4.xml" Id="R28468e2e452043f6" /><Relationship Type="http://schemas.openxmlformats.org/officeDocument/2006/relationships/slide" Target="/ppt/slides/slide5.xml" Id="R279e43ceb0b74cfe" /><Relationship Type="http://schemas.openxmlformats.org/officeDocument/2006/relationships/slide" Target="/ppt/slides/slide6.xml" Id="Ra09b2c48f0374bf1" /><Relationship Type="http://schemas.openxmlformats.org/officeDocument/2006/relationships/slide" Target="/ppt/slides/slide7.xml" Id="R44fb666523b84394" /><Relationship Type="http://schemas.openxmlformats.org/officeDocument/2006/relationships/slide" Target="/ppt/slides/slide8.xml" Id="Rf7a9e0d892224c76" /><Relationship Type="http://schemas.openxmlformats.org/officeDocument/2006/relationships/slide" Target="/ppt/slides/slide9.xml" Id="R3d4a8f41e3154a7e" /><Relationship Type="http://schemas.openxmlformats.org/officeDocument/2006/relationships/slide" Target="/ppt/slides/slide10.xml" Id="Rd617d8d0394440ef" /><Relationship Type="http://schemas.openxmlformats.org/officeDocument/2006/relationships/slide" Target="/ppt/slides/slide11.xml" Id="Rd57da617b07449a9" /><Relationship Type="http://schemas.openxmlformats.org/officeDocument/2006/relationships/slide" Target="/ppt/slides/slide12.xml" Id="Rf636ea90dd6042bb" /><Relationship Type="http://schemas.openxmlformats.org/officeDocument/2006/relationships/slide" Target="/ppt/slides/slide13.xml" Id="R0ecddc72c4b84172" /><Relationship Type="http://schemas.openxmlformats.org/officeDocument/2006/relationships/slide" Target="/ppt/slides/slide14.xml" Id="R54f9a0895df64202" /><Relationship Type="http://schemas.openxmlformats.org/officeDocument/2006/relationships/slide" Target="/ppt/slides/slide15.xml" Id="R8892b7189a5a4414" /><Relationship Type="http://schemas.openxmlformats.org/officeDocument/2006/relationships/slide" Target="/ppt/slides/slide16.xml" Id="R1088c9550ed149cd" /><Relationship Type="http://schemas.openxmlformats.org/officeDocument/2006/relationships/slide" Target="/ppt/slides/slide17.xml" Id="R561f4bf653764888" /><Relationship Type="http://schemas.openxmlformats.org/officeDocument/2006/relationships/slide" Target="/ppt/slides/slide18.xml" Id="Rf6009d6aea3143a5" /><Relationship Type="http://schemas.openxmlformats.org/officeDocument/2006/relationships/slide" Target="/ppt/slides/slide19.xml" Id="R2b14f6d0937a4440" /><Relationship Type="http://schemas.openxmlformats.org/officeDocument/2006/relationships/slide" Target="/ppt/slides/slide20.xml" Id="R23523884d8a64847" /><Relationship Type="http://schemas.openxmlformats.org/officeDocument/2006/relationships/slide" Target="/ppt/slides/slide21.xml" Id="Rddee7d892cee4a4b" /><Relationship Type="http://schemas.openxmlformats.org/officeDocument/2006/relationships/slide" Target="/ppt/slides/slide22.xml" Id="Rbae3b223ce124e32" /><Relationship Type="http://schemas.openxmlformats.org/officeDocument/2006/relationships/slide" Target="/ppt/slides/slide23.xml" Id="R51fda72fcf4643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6e1ea7f1424c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0d4d523e0249d7" /><Relationship Type="http://schemas.openxmlformats.org/officeDocument/2006/relationships/notesMaster" Target="/ppt/notesMasters/notesMaster1.xml" Id="Rd5b5ba64def641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d4c5c8a046407b" /><Relationship Type="http://schemas.openxmlformats.org/officeDocument/2006/relationships/notesMaster" Target="/ppt/notesMasters/notesMaster1.xml" Id="R7ecffaa6c3214a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97c02af09446af" /><Relationship Type="http://schemas.openxmlformats.org/officeDocument/2006/relationships/notesMaster" Target="/ppt/notesMasters/notesMaster1.xml" Id="Re08cdfcffd24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b61eb4f070405b" /><Relationship Type="http://schemas.openxmlformats.org/officeDocument/2006/relationships/notesMaster" Target="/ppt/notesMasters/notesMaster1.xml" Id="R9fc1d1ff5da941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b81d73f53a418d" /><Relationship Type="http://schemas.openxmlformats.org/officeDocument/2006/relationships/notesMaster" Target="/ppt/notesMasters/notesMaster1.xml" Id="R3e07163013244c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354eef4ee24150" /><Relationship Type="http://schemas.openxmlformats.org/officeDocument/2006/relationships/notesMaster" Target="/ppt/notesMasters/notesMaster1.xml" Id="R1ed76037b99c48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16dfec847d4441" /><Relationship Type="http://schemas.openxmlformats.org/officeDocument/2006/relationships/notesMaster" Target="/ppt/notesMasters/notesMaster1.xml" Id="Rd1f629c808b74d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45f59793ed46b4" /><Relationship Type="http://schemas.openxmlformats.org/officeDocument/2006/relationships/notesMaster" Target="/ppt/notesMasters/notesMaster1.xml" Id="R4eacb0550fe041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647c5c17e24cd4" /><Relationship Type="http://schemas.openxmlformats.org/officeDocument/2006/relationships/notesMaster" Target="/ppt/notesMasters/notesMaster1.xml" Id="R19d8d24e68eb4a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519af7ab974069" /><Relationship Type="http://schemas.openxmlformats.org/officeDocument/2006/relationships/notesMaster" Target="/ppt/notesMasters/notesMaster1.xml" Id="R620b933484db49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e3670bc70c4f65" /><Relationship Type="http://schemas.openxmlformats.org/officeDocument/2006/relationships/notesMaster" Target="/ppt/notesMasters/notesMaster1.xml" Id="R5f5ca467efb64c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be57721c3e4953" /><Relationship Type="http://schemas.openxmlformats.org/officeDocument/2006/relationships/notesMaster" Target="/ppt/notesMasters/notesMaster1.xml" Id="Ra6fcbc29eb8f40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f5e0d9e2be40ad" /><Relationship Type="http://schemas.openxmlformats.org/officeDocument/2006/relationships/notesMaster" Target="/ppt/notesMasters/notesMaster1.xml" Id="R5dfb53bf440f49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fb739ff99a46ed" /><Relationship Type="http://schemas.openxmlformats.org/officeDocument/2006/relationships/notesMaster" Target="/ppt/notesMasters/notesMaster1.xml" Id="R340013e39b2943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8525a684e14726" /><Relationship Type="http://schemas.openxmlformats.org/officeDocument/2006/relationships/notesMaster" Target="/ppt/notesMasters/notesMaster1.xml" Id="R9619e54cb4964f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769948028a467f" /><Relationship Type="http://schemas.openxmlformats.org/officeDocument/2006/relationships/notesMaster" Target="/ppt/notesMasters/notesMaster1.xml" Id="Ra9225af8e04842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269dde2e184600" /><Relationship Type="http://schemas.openxmlformats.org/officeDocument/2006/relationships/notesMaster" Target="/ppt/notesMasters/notesMaster1.xml" Id="Rd324d58328bb41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d26429461c4602" /><Relationship Type="http://schemas.openxmlformats.org/officeDocument/2006/relationships/notesMaster" Target="/ppt/notesMasters/notesMaster1.xml" Id="R53a60c01879b47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e6622ce9204d9c" /><Relationship Type="http://schemas.openxmlformats.org/officeDocument/2006/relationships/notesMaster" Target="/ppt/notesMasters/notesMaster1.xml" Id="R93dcd422097e46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5304b284e24017" /><Relationship Type="http://schemas.openxmlformats.org/officeDocument/2006/relationships/notesMaster" Target="/ppt/notesMasters/notesMaster1.xml" Id="R3703d74b2ead41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27cb8f9471496b" /><Relationship Type="http://schemas.openxmlformats.org/officeDocument/2006/relationships/notesMaster" Target="/ppt/notesMasters/notesMaster1.xml" Id="R522f03f8212f4c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0e7902de344c8c" /><Relationship Type="http://schemas.openxmlformats.org/officeDocument/2006/relationships/notesMaster" Target="/ppt/notesMasters/notesMaster1.xml" Id="R2432a5a286bb47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bf2b3582e904e55" /><Relationship Type="http://schemas.openxmlformats.org/officeDocument/2006/relationships/notesMaster" Target="/ppt/notesMasters/notesMaster1.xml" Id="Ra292ab2460c646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fcd50e5f045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2fc19501f64d79" /><Relationship Type="http://schemas.openxmlformats.org/officeDocument/2006/relationships/slideLayout" Target="/ppt/slideLayouts/slideLayout1.xml" Id="Rd0d2a9ff408a42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d2a9ff408a42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8d39533fb4ebb" /><Relationship Type="http://schemas.openxmlformats.org/officeDocument/2006/relationships/image" Target="/ppt/media/image.png" Id="Rbdd2cdd2b1714f25" /><Relationship Type="http://schemas.openxmlformats.org/officeDocument/2006/relationships/notesSlide" Target="/ppt/notesSlides/notesSlide1.xml" Id="R997586e962f4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3ca038fb74f63" /><Relationship Type="http://schemas.openxmlformats.org/officeDocument/2006/relationships/notesSlide" Target="/ppt/notesSlides/notesSlide2.xml" Id="Redc23859e99e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d031374574cfd" /><Relationship Type="http://schemas.openxmlformats.org/officeDocument/2006/relationships/notesSlide" Target="/ppt/notesSlides/notesSlide3.xml" Id="R7588ef50b14948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fad254138430c" /><Relationship Type="http://schemas.openxmlformats.org/officeDocument/2006/relationships/image" Target="/ppt/media/image2.png" Id="R229bcff8797b4e75" /><Relationship Type="http://schemas.openxmlformats.org/officeDocument/2006/relationships/notesSlide" Target="/ppt/notesSlides/notesSlide4.xml" Id="R1ff0abf5f5bd43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95c2682894403" /><Relationship Type="http://schemas.openxmlformats.org/officeDocument/2006/relationships/image" Target="/ppt/media/image3.png" Id="R54991e30f91a4f45" /><Relationship Type="http://schemas.openxmlformats.org/officeDocument/2006/relationships/notesSlide" Target="/ppt/notesSlides/notesSlide5.xml" Id="R756e614c59b348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db49549014b6c" /><Relationship Type="http://schemas.openxmlformats.org/officeDocument/2006/relationships/notesSlide" Target="/ppt/notesSlides/notesSlide6.xml" Id="R42eb3509687d49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43983fd4c4e87" /><Relationship Type="http://schemas.openxmlformats.org/officeDocument/2006/relationships/notesSlide" Target="/ppt/notesSlides/notesSlide7.xml" Id="Rcb6be0d0574a40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bff9f78a34c16" /><Relationship Type="http://schemas.openxmlformats.org/officeDocument/2006/relationships/image" Target="/ppt/media/image4.png" Id="Rde20a22b0f924cb2" /><Relationship Type="http://schemas.openxmlformats.org/officeDocument/2006/relationships/notesSlide" Target="/ppt/notesSlides/notesSlide8.xml" Id="R261f96a2f6c142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8577622074fde" /><Relationship Type="http://schemas.openxmlformats.org/officeDocument/2006/relationships/image" Target="/ppt/media/image5.png" Id="Rcd415d72b18249c9" /><Relationship Type="http://schemas.openxmlformats.org/officeDocument/2006/relationships/image" Target="/ppt/media/image6.png" Id="R5247e9f5b76c4bb6" /><Relationship Type="http://schemas.openxmlformats.org/officeDocument/2006/relationships/notesSlide" Target="/ppt/notesSlides/notesSlide9.xml" Id="Rf2f65f89120d41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2d2f8a2c3449d" /><Relationship Type="http://schemas.openxmlformats.org/officeDocument/2006/relationships/notesSlide" Target="/ppt/notesSlides/notesSlide10.xml" Id="R34aa7c546b2a4a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013d276314885" /><Relationship Type="http://schemas.openxmlformats.org/officeDocument/2006/relationships/notesSlide" Target="/ppt/notesSlides/notesSlide11.xml" Id="R992e47ce5a8e4a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0b27b06734c11" /><Relationship Type="http://schemas.openxmlformats.org/officeDocument/2006/relationships/notesSlide" Target="/ppt/notesSlides/notesSlide12.xml" Id="Rb34d4491db704d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8f8f0f4e44a6b" /><Relationship Type="http://schemas.openxmlformats.org/officeDocument/2006/relationships/notesSlide" Target="/ppt/notesSlides/notesSlide13.xml" Id="R081c5d93773b42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10401c76c4651" /><Relationship Type="http://schemas.openxmlformats.org/officeDocument/2006/relationships/notesSlide" Target="/ppt/notesSlides/notesSlide14.xml" Id="R055f8f6aac5e43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9f06693e74c94" /><Relationship Type="http://schemas.openxmlformats.org/officeDocument/2006/relationships/notesSlide" Target="/ppt/notesSlides/notesSlide15.xml" Id="R2f50a536c7b540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4231ffe474c6e" /><Relationship Type="http://schemas.openxmlformats.org/officeDocument/2006/relationships/notesSlide" Target="/ppt/notesSlides/notesSlide16.xml" Id="Rfce731c320ca46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f3de5b07a4215" /><Relationship Type="http://schemas.openxmlformats.org/officeDocument/2006/relationships/notesSlide" Target="/ppt/notesSlides/notesSlide17.xml" Id="Ra959a7b47b5b43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b56f6ca3040b1" /><Relationship Type="http://schemas.openxmlformats.org/officeDocument/2006/relationships/notesSlide" Target="/ppt/notesSlides/notesSlide18.xml" Id="R6537d672b81a4e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2131b7ef3494f" /><Relationship Type="http://schemas.openxmlformats.org/officeDocument/2006/relationships/notesSlide" Target="/ppt/notesSlides/notesSlide19.xml" Id="R3a0dd3c02ea44b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dd502fa6a4d36" /><Relationship Type="http://schemas.openxmlformats.org/officeDocument/2006/relationships/notesSlide" Target="/ppt/notesSlides/notesSlide20.xml" Id="R24ef651278234b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bf1abb0e44e12" /><Relationship Type="http://schemas.openxmlformats.org/officeDocument/2006/relationships/notesSlide" Target="/ppt/notesSlides/notesSlide21.xml" Id="R54e865df717b40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990bb66d84e4f" /><Relationship Type="http://schemas.openxmlformats.org/officeDocument/2006/relationships/notesSlide" Target="/ppt/notesSlides/notesSlide22.xml" Id="R58b376be1a7249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2d169c5d4410c" /><Relationship Type="http://schemas.openxmlformats.org/officeDocument/2006/relationships/notesSlide" Target="/ppt/notesSlides/notesSlide23.xml" Id="R221a83bdd5ff40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0001">
            <a:extLst xmlns:a="http://schemas.openxmlformats.org/drawingml/2006/main">
              <a:ext uri="{FF2B5EF4-FFF2-40B4-BE49-F238E27FC236}">
                <a16:creationId xmlns:a16="http://schemas.microsoft.com/office/drawing/2014/main" id="{841AFBE3-D9F8-4B84-B78D-ACFF3FBD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02">
            <a:extLst xmlns:a="http://schemas.openxmlformats.org/drawingml/2006/main">
              <a:ext uri="{FF2B5EF4-FFF2-40B4-BE49-F238E27FC236}">
                <a16:creationId xmlns:a16="http://schemas.microsoft.com/office/drawing/2014/main" id="{60DACA9B-5D88-4C8F-BEB1-0F886D8D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ChaosDraftParty</a:t>
            </a:r>
          </a:p>
        </p:txBody>
      </p:sp>
      <p:sp>
        <p:nvSpPr>
          <p:cNvPr id="3" name="text-0003">
            <a:extLst xmlns:a="http://schemas.openxmlformats.org/drawingml/2006/main">
              <a:ext uri="{FF2B5EF4-FFF2-40B4-BE49-F238E27FC236}">
                <a16:creationId xmlns:a16="http://schemas.microsoft.com/office/drawing/2014/main" id="{A3CF1118-CEA1-4D62-9193-79821344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2.5D対戦パーティーゲームと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AIエージェント協働型の制作基盤</a:t>
            </a:r>
          </a:p>
        </p:txBody>
      </p:sp>
      <p:sp>
        <p:nvSpPr>
          <p:cNvPr id="4" name="rule-0004">
            <a:extLst xmlns:a="http://schemas.openxmlformats.org/drawingml/2006/main">
              <a:ext uri="{FF2B5EF4-FFF2-40B4-BE49-F238E27FC236}">
                <a16:creationId xmlns:a16="http://schemas.microsoft.com/office/drawing/2014/main" id="{EB346181-993F-42D9-948F-27AD728D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005">
            <a:extLst xmlns:a="http://schemas.openxmlformats.org/drawingml/2006/main">
              <a:ext uri="{FF2B5EF4-FFF2-40B4-BE49-F238E27FC236}">
                <a16:creationId xmlns:a16="http://schemas.microsoft.com/office/drawing/2014/main" id="{E99A578F-4B00-4AE1-80A6-42BC8242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短いミニゲーム × スキルドラフト × 共有カメラ</a:t>
            </a:r>
          </a:p>
        </p:txBody>
      </p:sp>
      <p:sp>
        <p:nvSpPr>
          <p:cNvPr id="6" name="text-0006">
            <a:extLst xmlns:a="http://schemas.openxmlformats.org/drawingml/2006/main">
              <a:ext uri="{FF2B5EF4-FFF2-40B4-BE49-F238E27FC236}">
                <a16:creationId xmlns:a16="http://schemas.microsoft.com/office/drawing/2014/main" id="{162FEDBE-EE40-4932-80D7-E9F61689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島田 泰成  /  東海大学 情報メディア学科 小坂研究室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2cdd2b1714f25"/>
          <a:srcRect xmlns:a="http://schemas.openxmlformats.org/drawingml/2006/main" l="16552" t="0" r="165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514350"/>
            <a:ext cx="3695700" cy="5524500"/>
          </a:xfrm>
          <a:prstGeom xmlns:a="http://schemas.openxmlformats.org/drawingml/2006/main" prst="rect">
            <a:avLst/>
          </a:prstGeom>
        </p:spPr>
      </p:pic>
      <p:sp>
        <p:nvSpPr>
          <p:cNvPr id="8" name="image-border-0008">
            <a:extLst xmlns:a="http://schemas.openxmlformats.org/drawingml/2006/main">
              <a:ext uri="{FF2B5EF4-FFF2-40B4-BE49-F238E27FC236}">
                <a16:creationId xmlns:a16="http://schemas.microsoft.com/office/drawing/2014/main" id="{179596B0-B5CB-4332-A737-673A9D83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4350"/>
            <a:ext cx="369570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9" name="rule-0009">
            <a:extLst xmlns:a="http://schemas.openxmlformats.org/drawingml/2006/main">
              <a:ext uri="{FF2B5EF4-FFF2-40B4-BE49-F238E27FC236}">
                <a16:creationId xmlns:a16="http://schemas.microsoft.com/office/drawing/2014/main" id="{8907B4CF-3D69-4A0D-A7FE-51154D63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-0010">
            <a:extLst xmlns:a="http://schemas.openxmlformats.org/drawingml/2006/main">
              <a:ext uri="{FF2B5EF4-FFF2-40B4-BE49-F238E27FC236}">
                <a16:creationId xmlns:a16="http://schemas.microsoft.com/office/drawing/2014/main" id="{AD4FDD70-6639-4F91-99FD-BBFD1878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0011">
            <a:extLst xmlns:a="http://schemas.openxmlformats.org/drawingml/2006/main">
              <a:ext uri="{FF2B5EF4-FFF2-40B4-BE49-F238E27FC236}">
                <a16:creationId xmlns:a16="http://schemas.microsoft.com/office/drawing/2014/main" id="{6B96DDA7-0D6A-4841-91A3-A4D69AFE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95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12">
            <a:extLst xmlns:a="http://schemas.openxmlformats.org/drawingml/2006/main">
              <a:ext uri="{FF2B5EF4-FFF2-40B4-BE49-F238E27FC236}">
                <a16:creationId xmlns:a16="http://schemas.microsoft.com/office/drawing/2014/main" id="{9226D2C2-4847-40CF-9BE4-A3560F3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制作研究 / 2026</a:t>
            </a:r>
          </a:p>
        </p:txBody>
      </p:sp>
      <p:sp>
        <p:nvSpPr>
          <p:cNvPr id="13" name="text-0013">
            <a:extLst xmlns:a="http://schemas.openxmlformats.org/drawingml/2006/main">
              <a:ext uri="{FF2B5EF4-FFF2-40B4-BE49-F238E27FC236}">
                <a16:creationId xmlns:a16="http://schemas.microsoft.com/office/drawing/2014/main" id="{2FA2968D-6BBF-46F1-A18F-E69366D7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7673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14">
            <a:extLst xmlns:a="http://schemas.openxmlformats.org/drawingml/2006/main">
              <a:ext uri="{FF2B5EF4-FFF2-40B4-BE49-F238E27FC236}">
                <a16:creationId xmlns:a16="http://schemas.microsoft.com/office/drawing/2014/main" id="{496CC0D1-EDD2-4941-920C-44EB767C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15">
            <a:extLst xmlns:a="http://schemas.openxmlformats.org/drawingml/2006/main">
              <a:ext uri="{FF2B5EF4-FFF2-40B4-BE49-F238E27FC236}">
                <a16:creationId xmlns:a16="http://schemas.microsoft.com/office/drawing/2014/main" id="{FEEDA8FF-3644-42C7-B9BF-D71AE8DB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成果物は、遊べるゲームと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制作方法の二つ</a:t>
            </a:r>
          </a:p>
        </p:txBody>
      </p:sp>
      <p:sp>
        <p:nvSpPr>
          <p:cNvPr id="3" name="rule-0016">
            <a:extLst xmlns:a="http://schemas.openxmlformats.org/drawingml/2006/main">
              <a:ext uri="{FF2B5EF4-FFF2-40B4-BE49-F238E27FC236}">
                <a16:creationId xmlns:a16="http://schemas.microsoft.com/office/drawing/2014/main" id="{43916CFA-B64D-4834-8DF4-72F2BE49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17">
            <a:extLst xmlns:a="http://schemas.openxmlformats.org/drawingml/2006/main">
              <a:ext uri="{FF2B5EF4-FFF2-40B4-BE49-F238E27FC236}">
                <a16:creationId xmlns:a16="http://schemas.microsoft.com/office/drawing/2014/main" id="{0F3E8EA8-55F2-4AA9-ACC7-F8D2AFDB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18">
            <a:extLst xmlns:a="http://schemas.openxmlformats.org/drawingml/2006/main">
              <a:ext uri="{FF2B5EF4-FFF2-40B4-BE49-F238E27FC236}">
                <a16:creationId xmlns:a16="http://schemas.microsoft.com/office/drawing/2014/main" id="{38CB6073-8108-4DAF-AE0D-AA75BC5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6" name="text-0019">
            <a:extLst xmlns:a="http://schemas.openxmlformats.org/drawingml/2006/main">
              <a:ext uri="{FF2B5EF4-FFF2-40B4-BE49-F238E27FC236}">
                <a16:creationId xmlns:a16="http://schemas.microsoft.com/office/drawing/2014/main" id="{2EF479E5-6B82-4812-AE8C-36EB6D2F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text-0020">
            <a:extLst xmlns:a="http://schemas.openxmlformats.org/drawingml/2006/main">
              <a:ext uri="{FF2B5EF4-FFF2-40B4-BE49-F238E27FC236}">
                <a16:creationId xmlns:a16="http://schemas.microsoft.com/office/drawing/2014/main" id="{1595060D-4B07-4861-B9EC-18F2A2C2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52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ゲーム</a:t>
            </a:r>
          </a:p>
        </p:txBody>
      </p:sp>
      <p:sp>
        <p:nvSpPr>
          <p:cNvPr id="8" name="text-0021">
            <a:extLst xmlns:a="http://schemas.openxmlformats.org/drawingml/2006/main">
              <a:ext uri="{FF2B5EF4-FFF2-40B4-BE49-F238E27FC236}">
                <a16:creationId xmlns:a16="http://schemas.microsoft.com/office/drawing/2014/main" id="{8CB35F55-6313-4839-9A72-5B34104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289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初見でも目的が分かり、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選択が衝突を変える2.5D対戦</a:t>
            </a:r>
          </a:p>
        </p:txBody>
      </p:sp>
      <p:sp>
        <p:nvSpPr>
          <p:cNvPr id="9" name="text-0022">
            <a:extLst xmlns:a="http://schemas.openxmlformats.org/drawingml/2006/main">
              <a:ext uri="{FF2B5EF4-FFF2-40B4-BE49-F238E27FC236}">
                <a16:creationId xmlns:a16="http://schemas.microsoft.com/office/drawing/2014/main" id="{7C603028-4D11-4DB8-8911-F62FB51C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text-0023">
            <a:extLst xmlns:a="http://schemas.openxmlformats.org/drawingml/2006/main">
              <a:ext uri="{FF2B5EF4-FFF2-40B4-BE49-F238E27FC236}">
                <a16:creationId xmlns:a16="http://schemas.microsoft.com/office/drawing/2014/main" id="{DA5C16EE-EBBB-4A26-B0DD-E6A5E72F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制作基盤</a:t>
            </a:r>
          </a:p>
        </p:txBody>
      </p:sp>
      <p:sp>
        <p:nvSpPr>
          <p:cNvPr id="11" name="text-0024">
            <a:extLst xmlns:a="http://schemas.openxmlformats.org/drawingml/2006/main">
              <a:ext uri="{FF2B5EF4-FFF2-40B4-BE49-F238E27FC236}">
                <a16:creationId xmlns:a16="http://schemas.microsoft.com/office/drawing/2014/main" id="{FD2479AB-2956-43E5-9ED5-69116D5B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MCP・API・Agent・Skillを連携。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一人でも再現できる工程にする</a:t>
            </a:r>
          </a:p>
        </p:txBody>
      </p:sp>
      <p:sp>
        <p:nvSpPr>
          <p:cNvPr id="12" name="rule-0025">
            <a:extLst xmlns:a="http://schemas.openxmlformats.org/drawingml/2006/main">
              <a:ext uri="{FF2B5EF4-FFF2-40B4-BE49-F238E27FC236}">
                <a16:creationId xmlns:a16="http://schemas.microsoft.com/office/drawing/2014/main" id="{CB5537D9-974D-479F-9427-5EFD0134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0026">
            <a:extLst xmlns:a="http://schemas.openxmlformats.org/drawingml/2006/main">
              <a:ext uri="{FF2B5EF4-FFF2-40B4-BE49-F238E27FC236}">
                <a16:creationId xmlns:a16="http://schemas.microsoft.com/office/drawing/2014/main" id="{934A5351-07E2-41FF-BAF2-7E60E423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839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27">
            <a:extLst xmlns:a="http://schemas.openxmlformats.org/drawingml/2006/main">
              <a:ext uri="{FF2B5EF4-FFF2-40B4-BE49-F238E27FC236}">
                <a16:creationId xmlns:a16="http://schemas.microsoft.com/office/drawing/2014/main" id="{A3318A91-4356-4E7C-B8C6-504BB88A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研究の問い</a:t>
            </a:r>
          </a:p>
        </p:txBody>
      </p:sp>
      <p:sp>
        <p:nvSpPr>
          <p:cNvPr id="15" name="text-0028">
            <a:extLst xmlns:a="http://schemas.openxmlformats.org/drawingml/2006/main">
              <a:ext uri="{FF2B5EF4-FFF2-40B4-BE49-F238E27FC236}">
                <a16:creationId xmlns:a16="http://schemas.microsoft.com/office/drawing/2014/main" id="{4E770EC4-8FB7-4E69-8865-63D46E0C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一人の制作者が、複数のAIを役割分担させながら、遊びと品質を両立できるか。</a:t>
            </a:r>
          </a:p>
        </p:txBody>
      </p:sp>
    </p:spTree>
    <p:extLst>
      <p:ext uri="{BB962C8B-B14F-4D97-AF65-F5344CB8AC3E}">
        <p14:creationId xmlns:p14="http://schemas.microsoft.com/office/powerpoint/2010/main" val="1876455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29">
            <a:extLst xmlns:a="http://schemas.openxmlformats.org/drawingml/2006/main">
              <a:ext uri="{FF2B5EF4-FFF2-40B4-BE49-F238E27FC236}">
                <a16:creationId xmlns:a16="http://schemas.microsoft.com/office/drawing/2014/main" id="{4790595E-0E93-4DAF-A792-38187A42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30">
            <a:extLst xmlns:a="http://schemas.openxmlformats.org/drawingml/2006/main">
              <a:ext uri="{FF2B5EF4-FFF2-40B4-BE49-F238E27FC236}">
                <a16:creationId xmlns:a16="http://schemas.microsoft.com/office/drawing/2014/main" id="{8ABB17D6-83C4-4C4A-8768-62504FD4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最初の試作は、何をするゲームか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伝わらなかった</a:t>
            </a:r>
          </a:p>
        </p:txBody>
      </p:sp>
      <p:sp>
        <p:nvSpPr>
          <p:cNvPr id="3" name="rule-0031">
            <a:extLst xmlns:a="http://schemas.openxmlformats.org/drawingml/2006/main">
              <a:ext uri="{FF2B5EF4-FFF2-40B4-BE49-F238E27FC236}">
                <a16:creationId xmlns:a16="http://schemas.microsoft.com/office/drawing/2014/main" id="{160D8415-3ED6-4540-8F12-F3CC4A66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32">
            <a:extLst xmlns:a="http://schemas.openxmlformats.org/drawingml/2006/main">
              <a:ext uri="{FF2B5EF4-FFF2-40B4-BE49-F238E27FC236}">
                <a16:creationId xmlns:a16="http://schemas.microsoft.com/office/drawing/2014/main" id="{E27E3836-777E-474F-BD8E-0D38B051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33">
            <a:extLst xmlns:a="http://schemas.openxmlformats.org/drawingml/2006/main">
              <a:ext uri="{FF2B5EF4-FFF2-40B4-BE49-F238E27FC236}">
                <a16:creationId xmlns:a16="http://schemas.microsoft.com/office/drawing/2014/main" id="{820D7B18-2021-46B1-BBB9-145A40A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6" name="shape-0034">
            <a:extLst xmlns:a="http://schemas.openxmlformats.org/drawingml/2006/main">
              <a:ext uri="{FF2B5EF4-FFF2-40B4-BE49-F238E27FC236}">
                <a16:creationId xmlns:a16="http://schemas.microsoft.com/office/drawing/2014/main" id="{0867D2B7-807F-43DE-B850-D117D06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35">
            <a:extLst xmlns:a="http://schemas.openxmlformats.org/drawingml/2006/main">
              <a:ext uri="{FF2B5EF4-FFF2-40B4-BE49-F238E27FC236}">
                <a16:creationId xmlns:a16="http://schemas.microsoft.com/office/drawing/2014/main" id="{3F155A55-7A19-4009-A62C-2903E358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3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「これ、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3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  何のゲーム？」</a:t>
            </a:r>
          </a:p>
        </p:txBody>
      </p:sp>
      <p:sp>
        <p:nvSpPr>
          <p:cNvPr id="8" name="text-0036">
            <a:extLst xmlns:a="http://schemas.openxmlformats.org/drawingml/2006/main">
              <a:ext uri="{FF2B5EF4-FFF2-40B4-BE49-F238E27FC236}">
                <a16:creationId xmlns:a16="http://schemas.microsoft.com/office/drawing/2014/main" id="{0A1AFD88-E005-42D4-9DD1-FA8FF39F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2026年6月 / 中間発表での予備フィードバック</a:t>
            </a:r>
          </a:p>
        </p:txBody>
      </p:sp>
      <p:sp>
        <p:nvSpPr>
          <p:cNvPr id="9" name="text-0037">
            <a:extLst xmlns:a="http://schemas.openxmlformats.org/drawingml/2006/main">
              <a:ext uri="{FF2B5EF4-FFF2-40B4-BE49-F238E27FC236}">
                <a16:creationId xmlns:a16="http://schemas.microsoft.com/office/drawing/2014/main" id="{33672128-241F-4974-91F4-185D32CA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見えにくかったもの</a:t>
            </a:r>
          </a:p>
        </p:txBody>
      </p:sp>
      <p:sp>
        <p:nvSpPr>
          <p:cNvPr id="10" name="shape-0038">
            <a:extLst xmlns:a="http://schemas.openxmlformats.org/drawingml/2006/main">
              <a:ext uri="{FF2B5EF4-FFF2-40B4-BE49-F238E27FC236}">
                <a16:creationId xmlns:a16="http://schemas.microsoft.com/office/drawing/2014/main" id="{CE30D074-9714-4D1C-AC0C-496A0EC8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039">
            <a:extLst xmlns:a="http://schemas.openxmlformats.org/drawingml/2006/main">
              <a:ext uri="{FF2B5EF4-FFF2-40B4-BE49-F238E27FC236}">
                <a16:creationId xmlns:a16="http://schemas.microsoft.com/office/drawing/2014/main" id="{7D72AB6D-EA86-4FD9-A5F9-DE84F42E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目的地と勝敗条件</a:t>
            </a:r>
          </a:p>
        </p:txBody>
      </p:sp>
      <p:sp>
        <p:nvSpPr>
          <p:cNvPr id="12" name="shape-0040">
            <a:extLst xmlns:a="http://schemas.openxmlformats.org/drawingml/2006/main">
              <a:ext uri="{FF2B5EF4-FFF2-40B4-BE49-F238E27FC236}">
                <a16:creationId xmlns:a16="http://schemas.microsoft.com/office/drawing/2014/main" id="{FB69A962-2B07-4D48-A12A-CFAC8543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62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041">
            <a:extLst xmlns:a="http://schemas.openxmlformats.org/drawingml/2006/main">
              <a:ext uri="{FF2B5EF4-FFF2-40B4-BE49-F238E27FC236}">
                <a16:creationId xmlns:a16="http://schemas.microsoft.com/office/drawing/2014/main" id="{D9244DA4-44E2-4334-8554-BE56AC7C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575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他プレイヤーとの距離</a:t>
            </a:r>
          </a:p>
        </p:txBody>
      </p:sp>
      <p:sp>
        <p:nvSpPr>
          <p:cNvPr id="14" name="shape-0042">
            <a:extLst xmlns:a="http://schemas.openxmlformats.org/drawingml/2006/main">
              <a:ext uri="{FF2B5EF4-FFF2-40B4-BE49-F238E27FC236}">
                <a16:creationId xmlns:a16="http://schemas.microsoft.com/office/drawing/2014/main" id="{F93A5A42-4043-4547-A479-AECCDAD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43">
            <a:extLst xmlns:a="http://schemas.openxmlformats.org/drawingml/2006/main">
              <a:ext uri="{FF2B5EF4-FFF2-40B4-BE49-F238E27FC236}">
                <a16:creationId xmlns:a16="http://schemas.microsoft.com/office/drawing/2014/main" id="{FD2DCA3E-5756-4F0F-9FE3-B602F7F0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危険な場所と衝突の瞬間</a:t>
            </a:r>
          </a:p>
        </p:txBody>
      </p:sp>
      <p:sp>
        <p:nvSpPr>
          <p:cNvPr id="16" name="text-0044">
            <a:extLst xmlns:a="http://schemas.openxmlformats.org/drawingml/2006/main">
              <a:ext uri="{FF2B5EF4-FFF2-40B4-BE49-F238E27FC236}">
                <a16:creationId xmlns:a16="http://schemas.microsoft.com/office/drawing/2014/main" id="{006E9C58-C2BC-4373-98CE-0E4813A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577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エフェクトを増やす前に、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画面の構造を変える必要があった。</a:t>
            </a:r>
          </a:p>
        </p:txBody>
      </p:sp>
    </p:spTree>
    <p:extLst>
      <p:ext uri="{BB962C8B-B14F-4D97-AF65-F5344CB8AC3E}">
        <p14:creationId xmlns:p14="http://schemas.microsoft.com/office/powerpoint/2010/main" val="20682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45">
            <a:extLst xmlns:a="http://schemas.openxmlformats.org/drawingml/2006/main">
              <a:ext uri="{FF2B5EF4-FFF2-40B4-BE49-F238E27FC236}">
                <a16:creationId xmlns:a16="http://schemas.microsoft.com/office/drawing/2014/main" id="{5694FC4A-ED17-4148-AC4C-DA41E7B6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46">
            <a:extLst xmlns:a="http://schemas.openxmlformats.org/drawingml/2006/main">
              <a:ext uri="{FF2B5EF4-FFF2-40B4-BE49-F238E27FC236}">
                <a16:creationId xmlns:a16="http://schemas.microsoft.com/office/drawing/2014/main" id="{630FC6CB-F411-4BDD-92C2-87EFC5DE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そこで、自由な3D空間から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共有カメラの2.5Dへ変更した</a:t>
            </a:r>
          </a:p>
        </p:txBody>
      </p:sp>
      <p:sp>
        <p:nvSpPr>
          <p:cNvPr id="3" name="rule-0047">
            <a:extLst xmlns:a="http://schemas.openxmlformats.org/drawingml/2006/main">
              <a:ext uri="{FF2B5EF4-FFF2-40B4-BE49-F238E27FC236}">
                <a16:creationId xmlns:a16="http://schemas.microsoft.com/office/drawing/2014/main" id="{2F820BBE-9993-4AA7-B1CE-7C888628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48">
            <a:extLst xmlns:a="http://schemas.openxmlformats.org/drawingml/2006/main">
              <a:ext uri="{FF2B5EF4-FFF2-40B4-BE49-F238E27FC236}">
                <a16:creationId xmlns:a16="http://schemas.microsoft.com/office/drawing/2014/main" id="{77475C0E-CD48-48AD-B0B5-60ADCC82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49">
            <a:extLst xmlns:a="http://schemas.openxmlformats.org/drawingml/2006/main">
              <a:ext uri="{FF2B5EF4-FFF2-40B4-BE49-F238E27FC236}">
                <a16:creationId xmlns:a16="http://schemas.microsoft.com/office/drawing/2014/main" id="{8E9729A9-67A7-4DF3-BBC8-8D76DF56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6" name="shape-0050">
            <a:extLst xmlns:a="http://schemas.openxmlformats.org/drawingml/2006/main">
              <a:ext uri="{FF2B5EF4-FFF2-40B4-BE49-F238E27FC236}">
                <a16:creationId xmlns:a16="http://schemas.microsoft.com/office/drawing/2014/main" id="{5FB601FE-2234-4339-9C9B-523B162B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667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51">
            <a:extLst xmlns:a="http://schemas.openxmlformats.org/drawingml/2006/main">
              <a:ext uri="{FF2B5EF4-FFF2-40B4-BE49-F238E27FC236}">
                <a16:creationId xmlns:a16="http://schemas.microsoft.com/office/drawing/2014/main" id="{9DC774D6-09C3-4EE0-B79C-C0020A18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3Dで描く。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2Dで戦う。</a:t>
            </a:r>
          </a:p>
        </p:txBody>
      </p:sp>
      <p:sp>
        <p:nvSpPr>
          <p:cNvPr id="8" name="text-0052">
            <a:extLst xmlns:a="http://schemas.openxmlformats.org/drawingml/2006/main">
              <a:ext uri="{FF2B5EF4-FFF2-40B4-BE49-F238E27FC236}">
                <a16:creationId xmlns:a16="http://schemas.microsoft.com/office/drawing/2014/main" id="{B8BBE28F-3747-4C65-8AEC-F9A42A15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全員が同時に見える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画面の奥行きを固定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操作の軸を限定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bcff8797b4e75"/>
          <a:srcRect xmlns:a="http://schemas.openxmlformats.org/drawingml/2006/main" l="9054" t="0" r="9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700" y="1809750"/>
            <a:ext cx="779145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image-border-0054">
            <a:extLst xmlns:a="http://schemas.openxmlformats.org/drawingml/2006/main">
              <a:ext uri="{FF2B5EF4-FFF2-40B4-BE49-F238E27FC236}">
                <a16:creationId xmlns:a16="http://schemas.microsoft.com/office/drawing/2014/main" id="{84C8E5B3-7A2D-4B54-91B3-BB408264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77914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1" name="text-0055">
            <a:extLst xmlns:a="http://schemas.openxmlformats.org/drawingml/2006/main">
              <a:ext uri="{FF2B5EF4-FFF2-40B4-BE49-F238E27FC236}">
                <a16:creationId xmlns:a16="http://schemas.microsoft.com/office/drawing/2014/main" id="{D25A5690-DCCE-4BFE-9763-FDC54BDD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886450"/>
            <a:ext cx="779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Unreal Engine上の2.5Dアリーナ検証。横方向の移動と共有視点を前提に再構成。</a:t>
            </a:r>
          </a:p>
        </p:txBody>
      </p:sp>
    </p:spTree>
    <p:extLst>
      <p:ext uri="{BB962C8B-B14F-4D97-AF65-F5344CB8AC3E}">
        <p14:creationId xmlns:p14="http://schemas.microsoft.com/office/powerpoint/2010/main" val="1669729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56">
            <a:extLst xmlns:a="http://schemas.openxmlformats.org/drawingml/2006/main">
              <a:ext uri="{FF2B5EF4-FFF2-40B4-BE49-F238E27FC236}">
                <a16:creationId xmlns:a16="http://schemas.microsoft.com/office/drawing/2014/main" id="{DF1A5701-568F-41E0-B854-EB30B5F6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57">
            <a:extLst xmlns:a="http://schemas.openxmlformats.org/drawingml/2006/main">
              <a:ext uri="{FF2B5EF4-FFF2-40B4-BE49-F238E27FC236}">
                <a16:creationId xmlns:a16="http://schemas.microsoft.com/office/drawing/2014/main" id="{0E0832D4-C889-473F-83B0-3346C16C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90秒の試合で、選んだスキルが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次の衝突を変える</a:t>
            </a:r>
          </a:p>
        </p:txBody>
      </p:sp>
      <p:sp>
        <p:nvSpPr>
          <p:cNvPr id="3" name="rule-0058">
            <a:extLst xmlns:a="http://schemas.openxmlformats.org/drawingml/2006/main">
              <a:ext uri="{FF2B5EF4-FFF2-40B4-BE49-F238E27FC236}">
                <a16:creationId xmlns:a16="http://schemas.microsoft.com/office/drawing/2014/main" id="{AD050DB3-54B6-4BA4-B030-7785856F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59">
            <a:extLst xmlns:a="http://schemas.openxmlformats.org/drawingml/2006/main">
              <a:ext uri="{FF2B5EF4-FFF2-40B4-BE49-F238E27FC236}">
                <a16:creationId xmlns:a16="http://schemas.microsoft.com/office/drawing/2014/main" id="{2577DC41-5CBF-458B-9390-1BC1AA37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60">
            <a:extLst xmlns:a="http://schemas.openxmlformats.org/drawingml/2006/main">
              <a:ext uri="{FF2B5EF4-FFF2-40B4-BE49-F238E27FC236}">
                <a16:creationId xmlns:a16="http://schemas.microsoft.com/office/drawing/2014/main" id="{B03A3FC9-C987-4982-846B-179077C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91e30f91a4f45"/>
          <a:srcRect xmlns:a="http://schemas.openxmlformats.org/drawingml/2006/main" l="714" t="0" r="7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09750"/>
            <a:ext cx="394335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image-border-0062">
            <a:extLst xmlns:a="http://schemas.openxmlformats.org/drawingml/2006/main">
              <a:ext uri="{FF2B5EF4-FFF2-40B4-BE49-F238E27FC236}">
                <a16:creationId xmlns:a16="http://schemas.microsoft.com/office/drawing/2014/main" id="{1F06D84D-CD4F-4234-B35A-19EB1033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9433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8" name="text-0063">
            <a:extLst xmlns:a="http://schemas.openxmlformats.org/drawingml/2006/main">
              <a:ext uri="{FF2B5EF4-FFF2-40B4-BE49-F238E27FC236}">
                <a16:creationId xmlns:a16="http://schemas.microsoft.com/office/drawing/2014/main" id="{DA2BCFA7-B820-4B76-B711-030D34FB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試合前</a:t>
            </a:r>
          </a:p>
        </p:txBody>
      </p:sp>
      <p:sp>
        <p:nvSpPr>
          <p:cNvPr id="9" name="text-0064">
            <a:extLst xmlns:a="http://schemas.openxmlformats.org/drawingml/2006/main">
              <a:ext uri="{FF2B5EF4-FFF2-40B4-BE49-F238E27FC236}">
                <a16:creationId xmlns:a16="http://schemas.microsoft.com/office/drawing/2014/main" id="{08DB6435-D14F-4846-9E6B-88DE8EBB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4択から1つスキルを選ぶ</a:t>
            </a:r>
          </a:p>
        </p:txBody>
      </p:sp>
      <p:sp>
        <p:nvSpPr>
          <p:cNvPr id="10" name="rule-0065">
            <a:extLst xmlns:a="http://schemas.openxmlformats.org/drawingml/2006/main">
              <a:ext uri="{FF2B5EF4-FFF2-40B4-BE49-F238E27FC236}">
                <a16:creationId xmlns:a16="http://schemas.microsoft.com/office/drawing/2014/main" id="{7A20CEF0-6BE6-4035-AF11-1E292E25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066">
            <a:extLst xmlns:a="http://schemas.openxmlformats.org/drawingml/2006/main">
              <a:ext uri="{FF2B5EF4-FFF2-40B4-BE49-F238E27FC236}">
                <a16:creationId xmlns:a16="http://schemas.microsoft.com/office/drawing/2014/main" id="{E5EA9500-3B7E-41D9-8FC2-42348AA3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71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試合中</a:t>
            </a:r>
          </a:p>
        </p:txBody>
      </p:sp>
      <p:sp>
        <p:nvSpPr>
          <p:cNvPr id="12" name="text-0067">
            <a:extLst xmlns:a="http://schemas.openxmlformats.org/drawingml/2006/main">
              <a:ext uri="{FF2B5EF4-FFF2-40B4-BE49-F238E27FC236}">
                <a16:creationId xmlns:a16="http://schemas.microsoft.com/office/drawing/2014/main" id="{81543468-7E46-4AE8-A837-57EBB76D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00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移動・攻撃・感知でぶつかる</a:t>
            </a:r>
          </a:p>
        </p:txBody>
      </p:sp>
      <p:sp>
        <p:nvSpPr>
          <p:cNvPr id="13" name="rule-0068">
            <a:extLst xmlns:a="http://schemas.openxmlformats.org/drawingml/2006/main">
              <a:ext uri="{FF2B5EF4-FFF2-40B4-BE49-F238E27FC236}">
                <a16:creationId xmlns:a16="http://schemas.microsoft.com/office/drawing/2014/main" id="{012AF4F8-70FB-4493-8CBD-9CFFC470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339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69">
            <a:extLst xmlns:a="http://schemas.openxmlformats.org/drawingml/2006/main">
              <a:ext uri="{FF2B5EF4-FFF2-40B4-BE49-F238E27FC236}">
                <a16:creationId xmlns:a16="http://schemas.microsoft.com/office/drawing/2014/main" id="{13B77CEF-DFC4-474A-A146-B03341E5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006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試合後</a:t>
            </a:r>
          </a:p>
        </p:txBody>
      </p:sp>
      <p:sp>
        <p:nvSpPr>
          <p:cNvPr id="15" name="text-0070">
            <a:extLst xmlns:a="http://schemas.openxmlformats.org/drawingml/2006/main">
              <a:ext uri="{FF2B5EF4-FFF2-40B4-BE49-F238E27FC236}">
                <a16:creationId xmlns:a16="http://schemas.microsoft.com/office/drawing/2014/main" id="{E08261C1-D015-4EEC-B8B2-6FAC237B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387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得点を持って、次の選択へ</a:t>
            </a:r>
          </a:p>
        </p:txBody>
      </p:sp>
    </p:spTree>
    <p:extLst>
      <p:ext uri="{BB962C8B-B14F-4D97-AF65-F5344CB8AC3E}">
        <p14:creationId xmlns:p14="http://schemas.microsoft.com/office/powerpoint/2010/main" val="789324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71">
            <a:extLst xmlns:a="http://schemas.openxmlformats.org/drawingml/2006/main">
              <a:ext uri="{FF2B5EF4-FFF2-40B4-BE49-F238E27FC236}">
                <a16:creationId xmlns:a16="http://schemas.microsoft.com/office/drawing/2014/main" id="{2395039B-3717-4F2B-8F59-9AC5EA9A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72">
            <a:extLst xmlns:a="http://schemas.openxmlformats.org/drawingml/2006/main">
              <a:ext uri="{FF2B5EF4-FFF2-40B4-BE49-F238E27FC236}">
                <a16:creationId xmlns:a16="http://schemas.microsoft.com/office/drawing/2014/main" id="{AD256E40-0694-4B3D-93BE-BB5B1653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一試合は、五つの行動を繰り返す</a:t>
            </a:r>
          </a:p>
        </p:txBody>
      </p:sp>
      <p:sp>
        <p:nvSpPr>
          <p:cNvPr id="3" name="rule-0073">
            <a:extLst xmlns:a="http://schemas.openxmlformats.org/drawingml/2006/main">
              <a:ext uri="{FF2B5EF4-FFF2-40B4-BE49-F238E27FC236}">
                <a16:creationId xmlns:a16="http://schemas.microsoft.com/office/drawing/2014/main" id="{15A0FDE6-CC88-485F-8348-374B9CCE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4">
            <a:extLst xmlns:a="http://schemas.openxmlformats.org/drawingml/2006/main">
              <a:ext uri="{FF2B5EF4-FFF2-40B4-BE49-F238E27FC236}">
                <a16:creationId xmlns:a16="http://schemas.microsoft.com/office/drawing/2014/main" id="{A3FC462C-4E62-4824-A7B7-083968CE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75">
            <a:extLst xmlns:a="http://schemas.openxmlformats.org/drawingml/2006/main">
              <a:ext uri="{FF2B5EF4-FFF2-40B4-BE49-F238E27FC236}">
                <a16:creationId xmlns:a16="http://schemas.microsoft.com/office/drawing/2014/main" id="{A7B54543-4D54-4E76-B8E0-F9E91125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6" name="text-0076">
            <a:extLst xmlns:a="http://schemas.openxmlformats.org/drawingml/2006/main">
              <a:ext uri="{FF2B5EF4-FFF2-40B4-BE49-F238E27FC236}">
                <a16:creationId xmlns:a16="http://schemas.microsoft.com/office/drawing/2014/main" id="{137C21D8-84BF-47D7-B6A2-B22EB5C8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rule-0077">
            <a:extLst xmlns:a="http://schemas.openxmlformats.org/drawingml/2006/main">
              <a:ext uri="{FF2B5EF4-FFF2-40B4-BE49-F238E27FC236}">
                <a16:creationId xmlns:a16="http://schemas.microsoft.com/office/drawing/2014/main" id="{10EB445C-0BF7-41E7-A3CC-9C3E2B2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78">
            <a:extLst xmlns:a="http://schemas.openxmlformats.org/drawingml/2006/main">
              <a:ext uri="{FF2B5EF4-FFF2-40B4-BE49-F238E27FC236}">
                <a16:creationId xmlns:a16="http://schemas.microsoft.com/office/drawing/2014/main" id="{71F3A37B-BE2B-47C2-82BE-980ACDFD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選ぶ</a:t>
            </a:r>
          </a:p>
        </p:txBody>
      </p:sp>
      <p:sp>
        <p:nvSpPr>
          <p:cNvPr id="9" name="text-0079">
            <a:extLst xmlns:a="http://schemas.openxmlformats.org/drawingml/2006/main">
              <a:ext uri="{FF2B5EF4-FFF2-40B4-BE49-F238E27FC236}">
                <a16:creationId xmlns:a16="http://schemas.microsoft.com/office/drawing/2014/main" id="{5B1605D0-8D74-4697-A32E-3008FC65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4択から選ぶ</a:t>
            </a:r>
          </a:p>
        </p:txBody>
      </p:sp>
      <p:sp>
        <p:nvSpPr>
          <p:cNvPr id="10" name="text-0080">
            <a:extLst xmlns:a="http://schemas.openxmlformats.org/drawingml/2006/main">
              <a:ext uri="{FF2B5EF4-FFF2-40B4-BE49-F238E27FC236}">
                <a16:creationId xmlns:a16="http://schemas.microsoft.com/office/drawing/2014/main" id="{BBCA37C1-4A99-44F7-A00C-8C3D82E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1" name="text-0081">
            <a:extLst xmlns:a="http://schemas.openxmlformats.org/drawingml/2006/main">
              <a:ext uri="{FF2B5EF4-FFF2-40B4-BE49-F238E27FC236}">
                <a16:creationId xmlns:a16="http://schemas.microsoft.com/office/drawing/2014/main" id="{491A48CF-F5E3-4624-845D-9492428F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rule-0082">
            <a:extLst xmlns:a="http://schemas.openxmlformats.org/drawingml/2006/main">
              <a:ext uri="{FF2B5EF4-FFF2-40B4-BE49-F238E27FC236}">
                <a16:creationId xmlns:a16="http://schemas.microsoft.com/office/drawing/2014/main" id="{B9C3B0D9-19AE-4C0E-B025-2F754D4C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083">
            <a:extLst xmlns:a="http://schemas.openxmlformats.org/drawingml/2006/main">
              <a:ext uri="{FF2B5EF4-FFF2-40B4-BE49-F238E27FC236}">
                <a16:creationId xmlns:a16="http://schemas.microsoft.com/office/drawing/2014/main" id="{6E4D2CDC-8B32-4025-8CA3-BD64E38F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読む</a:t>
            </a:r>
          </a:p>
        </p:txBody>
      </p:sp>
      <p:sp>
        <p:nvSpPr>
          <p:cNvPr id="14" name="text-0084">
            <a:extLst xmlns:a="http://schemas.openxmlformats.org/drawingml/2006/main">
              <a:ext uri="{FF2B5EF4-FFF2-40B4-BE49-F238E27FC236}">
                <a16:creationId xmlns:a16="http://schemas.microsoft.com/office/drawing/2014/main" id="{28CA44AE-D622-4517-884A-4C3DF12E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相手と危険地帯を見る</a:t>
            </a:r>
          </a:p>
        </p:txBody>
      </p:sp>
      <p:sp>
        <p:nvSpPr>
          <p:cNvPr id="15" name="text-0085">
            <a:extLst xmlns:a="http://schemas.openxmlformats.org/drawingml/2006/main">
              <a:ext uri="{FF2B5EF4-FFF2-40B4-BE49-F238E27FC236}">
                <a16:creationId xmlns:a16="http://schemas.microsoft.com/office/drawing/2014/main" id="{4314E681-61BB-4A2A-BC97-9D4538A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6" name="text-0086">
            <a:extLst xmlns:a="http://schemas.openxmlformats.org/drawingml/2006/main">
              <a:ext uri="{FF2B5EF4-FFF2-40B4-BE49-F238E27FC236}">
                <a16:creationId xmlns:a16="http://schemas.microsoft.com/office/drawing/2014/main" id="{A978EC35-6B4F-4D42-9256-C967F93C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7" name="rule-0087">
            <a:extLst xmlns:a="http://schemas.openxmlformats.org/drawingml/2006/main">
              <a:ext uri="{FF2B5EF4-FFF2-40B4-BE49-F238E27FC236}">
                <a16:creationId xmlns:a16="http://schemas.microsoft.com/office/drawing/2014/main" id="{3877E059-157D-45EC-BB33-2F3E32CF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088">
            <a:extLst xmlns:a="http://schemas.openxmlformats.org/drawingml/2006/main">
              <a:ext uri="{FF2B5EF4-FFF2-40B4-BE49-F238E27FC236}">
                <a16:creationId xmlns:a16="http://schemas.microsoft.com/office/drawing/2014/main" id="{4070ACB2-0248-4BB8-9830-89ACDF7F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ぶつかる</a:t>
            </a:r>
          </a:p>
        </p:txBody>
      </p:sp>
      <p:sp>
        <p:nvSpPr>
          <p:cNvPr id="19" name="text-0089">
            <a:extLst xmlns:a="http://schemas.openxmlformats.org/drawingml/2006/main">
              <a:ext uri="{FF2B5EF4-FFF2-40B4-BE49-F238E27FC236}">
                <a16:creationId xmlns:a16="http://schemas.microsoft.com/office/drawing/2014/main" id="{39DE7B58-2F34-4A7C-8B23-FFE477B3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短い判断で接触する</a:t>
            </a:r>
          </a:p>
        </p:txBody>
      </p:sp>
      <p:sp>
        <p:nvSpPr>
          <p:cNvPr id="20" name="text-0090">
            <a:extLst xmlns:a="http://schemas.openxmlformats.org/drawingml/2006/main">
              <a:ext uri="{FF2B5EF4-FFF2-40B4-BE49-F238E27FC236}">
                <a16:creationId xmlns:a16="http://schemas.microsoft.com/office/drawing/2014/main" id="{1707BCC3-492D-4614-9F1A-BDA739E9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text-0091">
            <a:extLst xmlns:a="http://schemas.openxmlformats.org/drawingml/2006/main">
              <a:ext uri="{FF2B5EF4-FFF2-40B4-BE49-F238E27FC236}">
                <a16:creationId xmlns:a16="http://schemas.microsoft.com/office/drawing/2014/main" id="{257059F6-E4A0-4163-8FEF-D7DD37F8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22" name="rule-0092">
            <a:extLst xmlns:a="http://schemas.openxmlformats.org/drawingml/2006/main">
              <a:ext uri="{FF2B5EF4-FFF2-40B4-BE49-F238E27FC236}">
                <a16:creationId xmlns:a16="http://schemas.microsoft.com/office/drawing/2014/main" id="{B1916CCA-47A6-4905-A509-3664FC67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093">
            <a:extLst xmlns:a="http://schemas.openxmlformats.org/drawingml/2006/main">
              <a:ext uri="{FF2B5EF4-FFF2-40B4-BE49-F238E27FC236}">
                <a16:creationId xmlns:a16="http://schemas.microsoft.com/office/drawing/2014/main" id="{001E9165-16AF-4643-B23A-8934E7A2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得点</a:t>
            </a:r>
          </a:p>
        </p:txBody>
      </p:sp>
      <p:sp>
        <p:nvSpPr>
          <p:cNvPr id="24" name="text-0094">
            <a:extLst xmlns:a="http://schemas.openxmlformats.org/drawingml/2006/main">
              <a:ext uri="{FF2B5EF4-FFF2-40B4-BE49-F238E27FC236}">
                <a16:creationId xmlns:a16="http://schemas.microsoft.com/office/drawing/2014/main" id="{0B06F43E-7A1F-494D-85C6-16F96BB9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結果を順位へ反映する</a:t>
            </a:r>
          </a:p>
        </p:txBody>
      </p:sp>
      <p:sp>
        <p:nvSpPr>
          <p:cNvPr id="25" name="text-0095">
            <a:extLst xmlns:a="http://schemas.openxmlformats.org/drawingml/2006/main">
              <a:ext uri="{FF2B5EF4-FFF2-40B4-BE49-F238E27FC236}">
                <a16:creationId xmlns:a16="http://schemas.microsoft.com/office/drawing/2014/main" id="{116EDA58-19C2-4421-8674-BD02047C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6" name="text-0096">
            <a:extLst xmlns:a="http://schemas.openxmlformats.org/drawingml/2006/main">
              <a:ext uri="{FF2B5EF4-FFF2-40B4-BE49-F238E27FC236}">
                <a16:creationId xmlns:a16="http://schemas.microsoft.com/office/drawing/2014/main" id="{2838D3FF-7F38-4640-AEBB-541E8C22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27" name="rule-0097">
            <a:extLst xmlns:a="http://schemas.openxmlformats.org/drawingml/2006/main">
              <a:ext uri="{FF2B5EF4-FFF2-40B4-BE49-F238E27FC236}">
                <a16:creationId xmlns:a16="http://schemas.microsoft.com/office/drawing/2014/main" id="{2FEF6331-D5CA-499B-8FFB-FFCD25BE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0098">
            <a:extLst xmlns:a="http://schemas.openxmlformats.org/drawingml/2006/main">
              <a:ext uri="{FF2B5EF4-FFF2-40B4-BE49-F238E27FC236}">
                <a16:creationId xmlns:a16="http://schemas.microsoft.com/office/drawing/2014/main" id="{381ADDBD-503A-4C14-AD92-76327736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次へ</a:t>
            </a:r>
          </a:p>
        </p:txBody>
      </p:sp>
      <p:sp>
        <p:nvSpPr>
          <p:cNvPr id="29" name="text-0099">
            <a:extLst xmlns:a="http://schemas.openxmlformats.org/drawingml/2006/main">
              <a:ext uri="{FF2B5EF4-FFF2-40B4-BE49-F238E27FC236}">
                <a16:creationId xmlns:a16="http://schemas.microsoft.com/office/drawing/2014/main" id="{3C906C0D-2E9A-48C7-B4DA-CBA2F622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組み合わせを更新する</a:t>
            </a:r>
          </a:p>
        </p:txBody>
      </p:sp>
      <p:sp>
        <p:nvSpPr>
          <p:cNvPr id="30" name="shape-0100">
            <a:extLst xmlns:a="http://schemas.openxmlformats.org/drawingml/2006/main">
              <a:ext uri="{FF2B5EF4-FFF2-40B4-BE49-F238E27FC236}">
                <a16:creationId xmlns:a16="http://schemas.microsoft.com/office/drawing/2014/main" id="{7EF0F5E0-4CE3-4E39-9141-56DEE678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10725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01">
            <a:extLst xmlns:a="http://schemas.openxmlformats.org/drawingml/2006/main">
              <a:ext uri="{FF2B5EF4-FFF2-40B4-BE49-F238E27FC236}">
                <a16:creationId xmlns:a16="http://schemas.microsoft.com/office/drawing/2014/main" id="{7B2C43AF-8194-442B-84F4-3974D8FB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長い説明は置かず、短い試合で「選択 → 結果」の関係を覚えられる構造にする。</a:t>
            </a:r>
          </a:p>
        </p:txBody>
      </p:sp>
    </p:spTree>
    <p:extLst>
      <p:ext uri="{BB962C8B-B14F-4D97-AF65-F5344CB8AC3E}">
        <p14:creationId xmlns:p14="http://schemas.microsoft.com/office/powerpoint/2010/main" val="1082821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02">
            <a:extLst xmlns:a="http://schemas.openxmlformats.org/drawingml/2006/main">
              <a:ext uri="{FF2B5EF4-FFF2-40B4-BE49-F238E27FC236}">
                <a16:creationId xmlns:a16="http://schemas.microsoft.com/office/drawing/2014/main" id="{3C7D9670-2D84-4F19-9D2A-3A7F1B36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03">
            <a:extLst xmlns:a="http://schemas.openxmlformats.org/drawingml/2006/main">
              <a:ext uri="{FF2B5EF4-FFF2-40B4-BE49-F238E27FC236}">
                <a16:creationId xmlns:a16="http://schemas.microsoft.com/office/drawing/2014/main" id="{635B470C-B31F-438D-8CB8-D538404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スキルは三系統。強さより、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違いが見えることを優先する</a:t>
            </a:r>
          </a:p>
        </p:txBody>
      </p:sp>
      <p:sp>
        <p:nvSpPr>
          <p:cNvPr id="3" name="rule-0104">
            <a:extLst xmlns:a="http://schemas.openxmlformats.org/drawingml/2006/main">
              <a:ext uri="{FF2B5EF4-FFF2-40B4-BE49-F238E27FC236}">
                <a16:creationId xmlns:a16="http://schemas.microsoft.com/office/drawing/2014/main" id="{093C5F9A-60AF-4CC3-BFEC-4CE1E1E1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05">
            <a:extLst xmlns:a="http://schemas.openxmlformats.org/drawingml/2006/main">
              <a:ext uri="{FF2B5EF4-FFF2-40B4-BE49-F238E27FC236}">
                <a16:creationId xmlns:a16="http://schemas.microsoft.com/office/drawing/2014/main" id="{5FE9D68C-9E74-49A1-BABA-AD0D584C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06">
            <a:extLst xmlns:a="http://schemas.openxmlformats.org/drawingml/2006/main">
              <a:ext uri="{FF2B5EF4-FFF2-40B4-BE49-F238E27FC236}">
                <a16:creationId xmlns:a16="http://schemas.microsoft.com/office/drawing/2014/main" id="{C077C822-9A8A-4E27-BB5A-50348FB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6" name="rule-0107">
            <a:extLst xmlns:a="http://schemas.openxmlformats.org/drawingml/2006/main">
              <a:ext uri="{FF2B5EF4-FFF2-40B4-BE49-F238E27FC236}">
                <a16:creationId xmlns:a16="http://schemas.microsoft.com/office/drawing/2014/main" id="{26CACA44-51B2-4F46-A0C6-4CCF97A2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08">
            <a:extLst xmlns:a="http://schemas.openxmlformats.org/drawingml/2006/main">
              <a:ext uri="{FF2B5EF4-FFF2-40B4-BE49-F238E27FC236}">
                <a16:creationId xmlns:a16="http://schemas.microsoft.com/office/drawing/2014/main" id="{2D20D593-6866-4F2E-AE03-774599D6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移動</a:t>
            </a:r>
          </a:p>
        </p:txBody>
      </p:sp>
      <p:sp>
        <p:nvSpPr>
          <p:cNvPr id="8" name="text-0109">
            <a:extLst xmlns:a="http://schemas.openxmlformats.org/drawingml/2006/main">
              <a:ext uri="{FF2B5EF4-FFF2-40B4-BE49-F238E27FC236}">
                <a16:creationId xmlns:a16="http://schemas.microsoft.com/office/drawing/2014/main" id="{01560275-4104-4186-8A45-8D55B42A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Dash / Jump Boost / Grapple / Hover</a:t>
            </a:r>
          </a:p>
        </p:txBody>
      </p:sp>
      <p:sp>
        <p:nvSpPr>
          <p:cNvPr id="9" name="text-0110">
            <a:extLst xmlns:a="http://schemas.openxmlformats.org/drawingml/2006/main">
              <a:ext uri="{FF2B5EF4-FFF2-40B4-BE49-F238E27FC236}">
                <a16:creationId xmlns:a16="http://schemas.microsoft.com/office/drawing/2014/main" id="{D12FF208-0272-425B-9D93-D03363BB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距離を変える</a:t>
            </a:r>
          </a:p>
        </p:txBody>
      </p:sp>
      <p:sp>
        <p:nvSpPr>
          <p:cNvPr id="10" name="rule-0111">
            <a:extLst xmlns:a="http://schemas.openxmlformats.org/drawingml/2006/main">
              <a:ext uri="{FF2B5EF4-FFF2-40B4-BE49-F238E27FC236}">
                <a16:creationId xmlns:a16="http://schemas.microsoft.com/office/drawing/2014/main" id="{DE7EC565-80C1-49CA-8AC3-226C1D08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43150"/>
            <a:ext cx="19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12">
            <a:extLst xmlns:a="http://schemas.openxmlformats.org/drawingml/2006/main">
              <a:ext uri="{FF2B5EF4-FFF2-40B4-BE49-F238E27FC236}">
                <a16:creationId xmlns:a16="http://schemas.microsoft.com/office/drawing/2014/main" id="{294DF1A1-926C-4082-AB31-6341F0CF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攻撃</a:t>
            </a:r>
          </a:p>
        </p:txBody>
      </p:sp>
      <p:sp>
        <p:nvSpPr>
          <p:cNvPr id="12" name="text-0113">
            <a:extLst xmlns:a="http://schemas.openxmlformats.org/drawingml/2006/main">
              <a:ext uri="{FF2B5EF4-FFF2-40B4-BE49-F238E27FC236}">
                <a16:creationId xmlns:a16="http://schemas.microsoft.com/office/drawing/2014/main" id="{FEB7680F-63CC-4F5F-8099-AC7DC0A0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Pulse / Bomb / Shield / Mirage</a:t>
            </a:r>
          </a:p>
        </p:txBody>
      </p:sp>
      <p:sp>
        <p:nvSpPr>
          <p:cNvPr id="13" name="text-0114">
            <a:extLst xmlns:a="http://schemas.openxmlformats.org/drawingml/2006/main">
              <a:ext uri="{FF2B5EF4-FFF2-40B4-BE49-F238E27FC236}">
                <a16:creationId xmlns:a16="http://schemas.microsoft.com/office/drawing/2014/main" id="{F36A4227-168C-4946-BC76-827E0F67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接触を変える</a:t>
            </a:r>
          </a:p>
        </p:txBody>
      </p:sp>
      <p:sp>
        <p:nvSpPr>
          <p:cNvPr id="14" name="rule-0115">
            <a:extLst xmlns:a="http://schemas.openxmlformats.org/drawingml/2006/main">
              <a:ext uri="{FF2B5EF4-FFF2-40B4-BE49-F238E27FC236}">
                <a16:creationId xmlns:a16="http://schemas.microsoft.com/office/drawing/2014/main" id="{7BF8EE06-7799-4E3A-83C2-3E6E284F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19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16">
            <a:extLst xmlns:a="http://schemas.openxmlformats.org/drawingml/2006/main">
              <a:ext uri="{FF2B5EF4-FFF2-40B4-BE49-F238E27FC236}">
                <a16:creationId xmlns:a16="http://schemas.microsoft.com/office/drawing/2014/main" id="{62739021-936D-4EAF-B856-71B4526A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感知</a:t>
            </a:r>
          </a:p>
        </p:txBody>
      </p:sp>
      <p:sp>
        <p:nvSpPr>
          <p:cNvPr id="16" name="text-0117">
            <a:extLst xmlns:a="http://schemas.openxmlformats.org/drawingml/2006/main">
              <a:ext uri="{FF2B5EF4-FFF2-40B4-BE49-F238E27FC236}">
                <a16:creationId xmlns:a16="http://schemas.microsoft.com/office/drawing/2014/main" id="{53B01BDE-7019-42EE-BE82-4CD9D4B0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Radar / Revive / 位置情報の共有</a:t>
            </a:r>
          </a:p>
        </p:txBody>
      </p:sp>
      <p:sp>
        <p:nvSpPr>
          <p:cNvPr id="17" name="text-0118">
            <a:extLst xmlns:a="http://schemas.openxmlformats.org/drawingml/2006/main">
              <a:ext uri="{FF2B5EF4-FFF2-40B4-BE49-F238E27FC236}">
                <a16:creationId xmlns:a16="http://schemas.microsoft.com/office/drawing/2014/main" id="{9DA92DAF-D04F-4531-AF6A-5CAE9A55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判断材料を変える</a:t>
            </a:r>
          </a:p>
        </p:txBody>
      </p:sp>
      <p:sp>
        <p:nvSpPr>
          <p:cNvPr id="18" name="text-0119">
            <a:extLst xmlns:a="http://schemas.openxmlformats.org/drawingml/2006/main">
              <a:ext uri="{FF2B5EF4-FFF2-40B4-BE49-F238E27FC236}">
                <a16:creationId xmlns:a16="http://schemas.microsoft.com/office/drawing/2014/main" id="{69BF1C51-33EA-48A6-8A77-D43F566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72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同じ場面でも、使う系統が変わればプレイヤーの狙いが見える。</a:t>
            </a:r>
          </a:p>
        </p:txBody>
      </p:sp>
    </p:spTree>
    <p:extLst>
      <p:ext uri="{BB962C8B-B14F-4D97-AF65-F5344CB8AC3E}">
        <p14:creationId xmlns:p14="http://schemas.microsoft.com/office/powerpoint/2010/main" val="1385115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20">
            <a:extLst xmlns:a="http://schemas.openxmlformats.org/drawingml/2006/main">
              <a:ext uri="{FF2B5EF4-FFF2-40B4-BE49-F238E27FC236}">
                <a16:creationId xmlns:a16="http://schemas.microsoft.com/office/drawing/2014/main" id="{477A8BEA-8F1D-4A7B-BF42-6A41A4F7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21">
            <a:extLst xmlns:a="http://schemas.openxmlformats.org/drawingml/2006/main">
              <a:ext uri="{FF2B5EF4-FFF2-40B4-BE49-F238E27FC236}">
                <a16:creationId xmlns:a16="http://schemas.microsoft.com/office/drawing/2014/main" id="{B31CC9B4-5BCF-4BC2-AFA4-CA9EBDE3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ステージは広さではなく、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衝突点の配置で設計する</a:t>
            </a:r>
          </a:p>
        </p:txBody>
      </p:sp>
      <p:sp>
        <p:nvSpPr>
          <p:cNvPr id="3" name="rule-0122">
            <a:extLst xmlns:a="http://schemas.openxmlformats.org/drawingml/2006/main">
              <a:ext uri="{FF2B5EF4-FFF2-40B4-BE49-F238E27FC236}">
                <a16:creationId xmlns:a16="http://schemas.microsoft.com/office/drawing/2014/main" id="{02E5FAD2-CF92-4521-B070-527CFC42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23">
            <a:extLst xmlns:a="http://schemas.openxmlformats.org/drawingml/2006/main">
              <a:ext uri="{FF2B5EF4-FFF2-40B4-BE49-F238E27FC236}">
                <a16:creationId xmlns:a16="http://schemas.microsoft.com/office/drawing/2014/main" id="{DE410C88-CEC9-4644-BEA0-1E70C667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24">
            <a:extLst xmlns:a="http://schemas.openxmlformats.org/drawingml/2006/main">
              <a:ext uri="{FF2B5EF4-FFF2-40B4-BE49-F238E27FC236}">
                <a16:creationId xmlns:a16="http://schemas.microsoft.com/office/drawing/2014/main" id="{B0B4A644-CBE9-4E36-A62A-D6D2FA6E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6" name="text-0125">
            <a:extLst xmlns:a="http://schemas.openxmlformats.org/drawingml/2006/main">
              <a:ext uri="{FF2B5EF4-FFF2-40B4-BE49-F238E27FC236}">
                <a16:creationId xmlns:a16="http://schemas.microsoft.com/office/drawing/2014/main" id="{40ADF4A4-01AC-4938-BA1E-5299DA45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text-0126">
            <a:extLst xmlns:a="http://schemas.openxmlformats.org/drawingml/2006/main">
              <a:ext uri="{FF2B5EF4-FFF2-40B4-BE49-F238E27FC236}">
                <a16:creationId xmlns:a16="http://schemas.microsoft.com/office/drawing/2014/main" id="{4E13DDDC-20CC-46D4-833B-98BD59E6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中央へ寄せる</a:t>
            </a:r>
          </a:p>
        </p:txBody>
      </p:sp>
      <p:sp>
        <p:nvSpPr>
          <p:cNvPr id="8" name="text-0127">
            <a:extLst xmlns:a="http://schemas.openxmlformats.org/drawingml/2006/main">
              <a:ext uri="{FF2B5EF4-FFF2-40B4-BE49-F238E27FC236}">
                <a16:creationId xmlns:a16="http://schemas.microsoft.com/office/drawing/2014/main" id="{028A4A84-56D1-4A94-96CA-D8438C01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安全な外周から中央の得点・危険地帯へ</a:t>
            </a:r>
          </a:p>
        </p:txBody>
      </p:sp>
      <p:sp>
        <p:nvSpPr>
          <p:cNvPr id="9" name="text-0128">
            <a:extLst xmlns:a="http://schemas.openxmlformats.org/drawingml/2006/main">
              <a:ext uri="{FF2B5EF4-FFF2-40B4-BE49-F238E27FC236}">
                <a16:creationId xmlns:a16="http://schemas.microsoft.com/office/drawing/2014/main" id="{A0458B47-DE80-46A5-BD99-E857599E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text-0129">
            <a:extLst xmlns:a="http://schemas.openxmlformats.org/drawingml/2006/main">
              <a:ext uri="{FF2B5EF4-FFF2-40B4-BE49-F238E27FC236}">
                <a16:creationId xmlns:a16="http://schemas.microsoft.com/office/drawing/2014/main" id="{0E3475A1-4D31-4115-A10C-E15FFD23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復帰を見せる</a:t>
            </a:r>
          </a:p>
        </p:txBody>
      </p:sp>
      <p:sp>
        <p:nvSpPr>
          <p:cNvPr id="11" name="text-0130">
            <a:extLst xmlns:a="http://schemas.openxmlformats.org/drawingml/2006/main">
              <a:ext uri="{FF2B5EF4-FFF2-40B4-BE49-F238E27FC236}">
                <a16:creationId xmlns:a16="http://schemas.microsoft.com/office/drawing/2014/main" id="{916E1BE6-C43E-4355-853E-9B65A7E8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落下後の復帰点と戻り道を同じ画面に置く</a:t>
            </a:r>
          </a:p>
        </p:txBody>
      </p:sp>
      <p:sp>
        <p:nvSpPr>
          <p:cNvPr id="12" name="text-0131">
            <a:extLst xmlns:a="http://schemas.openxmlformats.org/drawingml/2006/main">
              <a:ext uri="{FF2B5EF4-FFF2-40B4-BE49-F238E27FC236}">
                <a16:creationId xmlns:a16="http://schemas.microsoft.com/office/drawing/2014/main" id="{9C8072F5-F8E5-41AB-87C6-5C15031F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3" name="text-0132">
            <a:extLst xmlns:a="http://schemas.openxmlformats.org/drawingml/2006/main">
              <a:ext uri="{FF2B5EF4-FFF2-40B4-BE49-F238E27FC236}">
                <a16:creationId xmlns:a16="http://schemas.microsoft.com/office/drawing/2014/main" id="{22BCD057-E4CD-4E15-8C0D-4EAB3685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逃げ道を限定する</a:t>
            </a:r>
          </a:p>
        </p:txBody>
      </p:sp>
      <p:sp>
        <p:nvSpPr>
          <p:cNvPr id="14" name="text-0133">
            <a:extLst xmlns:a="http://schemas.openxmlformats.org/drawingml/2006/main">
              <a:ext uri="{FF2B5EF4-FFF2-40B4-BE49-F238E27FC236}">
                <a16:creationId xmlns:a16="http://schemas.microsoft.com/office/drawing/2014/main" id="{EEC354B1-2561-460B-B894-8AEE0889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障害物で選択肢を作り、視認性は失わない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0a22b0f924cb2"/>
          <a:srcRect xmlns:a="http://schemas.openxmlformats.org/drawingml/2006/main" l="18364" t="0" r="18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1809750"/>
            <a:ext cx="6019800" cy="4000500"/>
          </a:xfrm>
          <a:prstGeom xmlns:a="http://schemas.openxmlformats.org/drawingml/2006/main" prst="rect">
            <a:avLst/>
          </a:prstGeom>
        </p:spPr>
      </p:pic>
      <p:sp>
        <p:nvSpPr>
          <p:cNvPr id="16" name="image-border-0135">
            <a:extLst xmlns:a="http://schemas.openxmlformats.org/drawingml/2006/main">
              <a:ext uri="{FF2B5EF4-FFF2-40B4-BE49-F238E27FC236}">
                <a16:creationId xmlns:a16="http://schemas.microsoft.com/office/drawing/2014/main" id="{57DB67F7-BCED-4A5A-B159-E9EFE608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09750"/>
            <a:ext cx="6019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7" name="text-0136">
            <a:extLst xmlns:a="http://schemas.openxmlformats.org/drawingml/2006/main">
              <a:ext uri="{FF2B5EF4-FFF2-40B4-BE49-F238E27FC236}">
                <a16:creationId xmlns:a16="http://schemas.microsoft.com/office/drawing/2014/main" id="{E0F5528F-D7B9-4D3E-82A9-8D67FCB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86450"/>
            <a:ext cx="601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現在のブロックアウト。床面積より、中央・端・復帰点の関係を検証している。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1546413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37">
            <a:extLst xmlns:a="http://schemas.openxmlformats.org/drawingml/2006/main">
              <a:ext uri="{FF2B5EF4-FFF2-40B4-BE49-F238E27FC236}">
                <a16:creationId xmlns:a16="http://schemas.microsoft.com/office/drawing/2014/main" id="{C1162231-20DE-4572-91C3-FDCFA76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38">
            <a:extLst xmlns:a="http://schemas.openxmlformats.org/drawingml/2006/main">
              <a:ext uri="{FF2B5EF4-FFF2-40B4-BE49-F238E27FC236}">
                <a16:creationId xmlns:a16="http://schemas.microsoft.com/office/drawing/2014/main" id="{6FCA89F0-5B62-4CB1-8AD4-73148B5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Unrealへの移行は、操作の核まで接続した</a:t>
            </a:r>
          </a:p>
        </p:txBody>
      </p:sp>
      <p:sp>
        <p:nvSpPr>
          <p:cNvPr id="3" name="rule-0139">
            <a:extLst xmlns:a="http://schemas.openxmlformats.org/drawingml/2006/main">
              <a:ext uri="{FF2B5EF4-FFF2-40B4-BE49-F238E27FC236}">
                <a16:creationId xmlns:a16="http://schemas.microsoft.com/office/drawing/2014/main" id="{CE94AA6D-5659-48FC-9F6F-322F4D81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40">
            <a:extLst xmlns:a="http://schemas.openxmlformats.org/drawingml/2006/main">
              <a:ext uri="{FF2B5EF4-FFF2-40B4-BE49-F238E27FC236}">
                <a16:creationId xmlns:a16="http://schemas.microsoft.com/office/drawing/2014/main" id="{96CA25F5-A1A6-4CEB-9BE3-C2BF52C0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41">
            <a:extLst xmlns:a="http://schemas.openxmlformats.org/drawingml/2006/main">
              <a:ext uri="{FF2B5EF4-FFF2-40B4-BE49-F238E27FC236}">
                <a16:creationId xmlns:a16="http://schemas.microsoft.com/office/drawing/2014/main" id="{BD1992FC-AC29-4905-9550-EB45766B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15d72b18249c9"/>
          <a:srcRect xmlns:a="http://schemas.openxmlformats.org/drawingml/2006/main" l="0" t="6424" r="0" b="6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71650"/>
            <a:ext cx="4953000" cy="2495550"/>
          </a:xfrm>
          <a:prstGeom xmlns:a="http://schemas.openxmlformats.org/drawingml/2006/main" prst="rect">
            <a:avLst/>
          </a:prstGeom>
        </p:spPr>
      </p:pic>
      <p:sp>
        <p:nvSpPr>
          <p:cNvPr id="7" name="image-border-0143">
            <a:extLst xmlns:a="http://schemas.openxmlformats.org/drawingml/2006/main">
              <a:ext uri="{FF2B5EF4-FFF2-40B4-BE49-F238E27FC236}">
                <a16:creationId xmlns:a16="http://schemas.microsoft.com/office/drawing/2014/main" id="{6D5B2B3F-8CC1-4237-8313-2CDEE5A4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4953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7e9f5b76c4bb6"/>
          <a:srcRect xmlns:a="http://schemas.openxmlformats.org/drawingml/2006/main" l="0" t="10386" r="0" b="10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771650"/>
            <a:ext cx="5448300" cy="2495550"/>
          </a:xfrm>
          <a:prstGeom xmlns:a="http://schemas.openxmlformats.org/drawingml/2006/main" prst="rect">
            <a:avLst/>
          </a:prstGeom>
        </p:spPr>
      </p:pic>
      <p:sp>
        <p:nvSpPr>
          <p:cNvPr id="9" name="image-border-0145">
            <a:extLst xmlns:a="http://schemas.openxmlformats.org/drawingml/2006/main">
              <a:ext uri="{FF2B5EF4-FFF2-40B4-BE49-F238E27FC236}">
                <a16:creationId xmlns:a16="http://schemas.microsoft.com/office/drawing/2014/main" id="{75A254BB-3200-4980-8D91-F5F745D1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448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0" name="text-0146">
            <a:extLst xmlns:a="http://schemas.openxmlformats.org/drawingml/2006/main">
              <a:ext uri="{FF2B5EF4-FFF2-40B4-BE49-F238E27FC236}">
                <a16:creationId xmlns:a16="http://schemas.microsoft.com/office/drawing/2014/main" id="{7D894874-C609-4E4D-9D46-6697509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共有カメラとアリーナ</a:t>
            </a:r>
          </a:p>
        </p:txBody>
      </p:sp>
      <p:sp>
        <p:nvSpPr>
          <p:cNvPr id="11" name="text-0147">
            <a:extLst xmlns:a="http://schemas.openxmlformats.org/drawingml/2006/main">
              <a:ext uri="{FF2B5EF4-FFF2-40B4-BE49-F238E27FC236}">
                <a16:creationId xmlns:a16="http://schemas.microsoft.com/office/drawing/2014/main" id="{18C9AE34-C9B7-47E8-B74C-3FC2CA4B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544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Eggybot移植と移動検証</a:t>
            </a:r>
          </a:p>
        </p:txBody>
      </p:sp>
      <p:sp>
        <p:nvSpPr>
          <p:cNvPr id="12" name="text-0148">
            <a:extLst xmlns:a="http://schemas.openxmlformats.org/drawingml/2006/main">
              <a:ext uri="{FF2B5EF4-FFF2-40B4-BE49-F238E27FC236}">
                <a16:creationId xmlns:a16="http://schemas.microsoft.com/office/drawing/2014/main" id="{71C9BCAE-A64C-4EAC-ADAE-FBB66688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接続済み</a:t>
            </a:r>
          </a:p>
        </p:txBody>
      </p:sp>
      <p:sp>
        <p:nvSpPr>
          <p:cNvPr id="13" name="text-0149">
            <a:extLst xmlns:a="http://schemas.openxmlformats.org/drawingml/2006/main">
              <a:ext uri="{FF2B5EF4-FFF2-40B4-BE49-F238E27FC236}">
                <a16:creationId xmlns:a16="http://schemas.microsoft.com/office/drawing/2014/main" id="{F3CA2154-FBF4-4DE5-BF11-FFCC731B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 / FBX / X-Z平面移動 / Jump / Dash / Knockback / 共有カメラ</a:t>
            </a:r>
          </a:p>
        </p:txBody>
      </p:sp>
      <p:sp>
        <p:nvSpPr>
          <p:cNvPr id="14" name="text-0150">
            <a:extLst xmlns:a="http://schemas.openxmlformats.org/drawingml/2006/main">
              <a:ext uri="{FF2B5EF4-FFF2-40B4-BE49-F238E27FC236}">
                <a16:creationId xmlns:a16="http://schemas.microsoft.com/office/drawing/2014/main" id="{2E6A5CA1-E8DB-41AA-A784-C0E3EF55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次に確認</a:t>
            </a:r>
          </a:p>
        </p:txBody>
      </p:sp>
      <p:sp>
        <p:nvSpPr>
          <p:cNvPr id="15" name="text-0151">
            <a:extLst xmlns:a="http://schemas.openxmlformats.org/drawingml/2006/main">
              <a:ext uri="{FF2B5EF4-FFF2-40B4-BE49-F238E27FC236}">
                <a16:creationId xmlns:a16="http://schemas.microsoft.com/office/drawing/2014/main" id="{8219B3F4-CBE5-4AE8-907F-EEB2CF83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72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Game Viewの実画角 / Enhanced Input asset / 2人同時操作 / 1試合の完走</a:t>
            </a:r>
          </a:p>
        </p:txBody>
      </p:sp>
    </p:spTree>
    <p:extLst>
      <p:ext uri="{BB962C8B-B14F-4D97-AF65-F5344CB8AC3E}">
        <p14:creationId xmlns:p14="http://schemas.microsoft.com/office/powerpoint/2010/main" val="20522964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A6C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152">
            <a:extLst xmlns:a="http://schemas.openxmlformats.org/drawingml/2006/main">
              <a:ext uri="{FF2B5EF4-FFF2-40B4-BE49-F238E27FC236}">
                <a16:creationId xmlns:a16="http://schemas.microsoft.com/office/drawing/2014/main" id="{9D3153CC-D01C-44B9-91D1-E996005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ゲームだけではなく、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作り方も設計する。</a:t>
            </a:r>
          </a:p>
        </p:txBody>
      </p:sp>
      <p:sp>
        <p:nvSpPr>
          <p:cNvPr id="2" name="rule-0153">
            <a:extLst xmlns:a="http://schemas.openxmlformats.org/drawingml/2006/main">
              <a:ext uri="{FF2B5EF4-FFF2-40B4-BE49-F238E27FC236}">
                <a16:creationId xmlns:a16="http://schemas.microsoft.com/office/drawing/2014/main" id="{0988184D-0E62-478A-9012-0B2731F9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333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154">
            <a:extLst xmlns:a="http://schemas.openxmlformats.org/drawingml/2006/main">
              <a:ext uri="{FF2B5EF4-FFF2-40B4-BE49-F238E27FC236}">
                <a16:creationId xmlns:a16="http://schemas.microsoft.com/office/drawing/2014/main" id="{69356075-81D7-4259-BBF7-FD7878A3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00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AIをチャット欄ではなく、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制作チームとして組む</a:t>
            </a:r>
          </a:p>
        </p:txBody>
      </p:sp>
      <p:sp>
        <p:nvSpPr>
          <p:cNvPr id="4" name="text-0155">
            <a:extLst xmlns:a="http://schemas.openxmlformats.org/drawingml/2006/main">
              <a:ext uri="{FF2B5EF4-FFF2-40B4-BE49-F238E27FC236}">
                <a16:creationId xmlns:a16="http://schemas.microsoft.com/office/drawing/2014/main" id="{679A5460-250F-4305-AD27-2D573A4C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MCP  /  API  /  Agent  /  Skill  /  Hook  /  Review</a:t>
            </a:r>
          </a:p>
        </p:txBody>
      </p:sp>
      <p:sp>
        <p:nvSpPr>
          <p:cNvPr id="5" name="text-0156">
            <a:extLst xmlns:a="http://schemas.openxmlformats.org/drawingml/2006/main">
              <a:ext uri="{FF2B5EF4-FFF2-40B4-BE49-F238E27FC236}">
                <a16:creationId xmlns:a16="http://schemas.microsoft.com/office/drawing/2014/main" id="{C785D41C-0E8D-4A8B-932E-C3C44127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28031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57">
            <a:extLst xmlns:a="http://schemas.openxmlformats.org/drawingml/2006/main">
              <a:ext uri="{FF2B5EF4-FFF2-40B4-BE49-F238E27FC236}">
                <a16:creationId xmlns:a16="http://schemas.microsoft.com/office/drawing/2014/main" id="{EB2C4616-C9FD-4D02-9EBA-A4C42881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58">
            <a:extLst xmlns:a="http://schemas.openxmlformats.org/drawingml/2006/main">
              <a:ext uri="{FF2B5EF4-FFF2-40B4-BE49-F238E27FC236}">
                <a16:creationId xmlns:a16="http://schemas.microsoft.com/office/drawing/2014/main" id="{1BF8E2C7-A55F-4A2C-ABE4-80A8A462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人が決め、複数のAIが分担し、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Editorの結果で確かめる</a:t>
            </a:r>
          </a:p>
        </p:txBody>
      </p:sp>
      <p:sp>
        <p:nvSpPr>
          <p:cNvPr id="3" name="rule-0159">
            <a:extLst xmlns:a="http://schemas.openxmlformats.org/drawingml/2006/main">
              <a:ext uri="{FF2B5EF4-FFF2-40B4-BE49-F238E27FC236}">
                <a16:creationId xmlns:a16="http://schemas.microsoft.com/office/drawing/2014/main" id="{98F8CF65-901A-4BCA-A815-38A629A9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0">
            <a:extLst xmlns:a="http://schemas.openxmlformats.org/drawingml/2006/main">
              <a:ext uri="{FF2B5EF4-FFF2-40B4-BE49-F238E27FC236}">
                <a16:creationId xmlns:a16="http://schemas.microsoft.com/office/drawing/2014/main" id="{A998151C-397F-4292-8F20-CED0513B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61">
            <a:extLst xmlns:a="http://schemas.openxmlformats.org/drawingml/2006/main">
              <a:ext uri="{FF2B5EF4-FFF2-40B4-BE49-F238E27FC236}">
                <a16:creationId xmlns:a16="http://schemas.microsoft.com/office/drawing/2014/main" id="{2B97FBDB-21E2-45ED-BBF3-E9C5768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6" name="text-0162">
            <a:extLst xmlns:a="http://schemas.openxmlformats.org/drawingml/2006/main">
              <a:ext uri="{FF2B5EF4-FFF2-40B4-BE49-F238E27FC236}">
                <a16:creationId xmlns:a16="http://schemas.microsoft.com/office/drawing/2014/main" id="{1DAE7FD5-13E3-4EC4-9B9E-6A0373EB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人</a:t>
            </a:r>
          </a:p>
        </p:txBody>
      </p:sp>
      <p:sp>
        <p:nvSpPr>
          <p:cNvPr id="7" name="rule-0163">
            <a:extLst xmlns:a="http://schemas.openxmlformats.org/drawingml/2006/main">
              <a:ext uri="{FF2B5EF4-FFF2-40B4-BE49-F238E27FC236}">
                <a16:creationId xmlns:a16="http://schemas.microsoft.com/office/drawing/2014/main" id="{18110C92-6B3D-4C40-9C21-3D5F082D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164">
            <a:extLst xmlns:a="http://schemas.openxmlformats.org/drawingml/2006/main">
              <a:ext uri="{FF2B5EF4-FFF2-40B4-BE49-F238E27FC236}">
                <a16:creationId xmlns:a16="http://schemas.microsoft.com/office/drawing/2014/main" id="{C2AA61CC-73D5-4300-84B4-16B42CE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79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遊び・見た目・採否を決める</a:t>
            </a:r>
          </a:p>
        </p:txBody>
      </p:sp>
      <p:sp>
        <p:nvSpPr>
          <p:cNvPr id="9" name="text-0165">
            <a:extLst xmlns:a="http://schemas.openxmlformats.org/drawingml/2006/main">
              <a:ext uri="{FF2B5EF4-FFF2-40B4-BE49-F238E27FC236}">
                <a16:creationId xmlns:a16="http://schemas.microsoft.com/office/drawing/2014/main" id="{F84AE722-1EB2-4A93-92DA-67898FD5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0" name="text-0166">
            <a:extLst xmlns:a="http://schemas.openxmlformats.org/drawingml/2006/main">
              <a:ext uri="{FF2B5EF4-FFF2-40B4-BE49-F238E27FC236}">
                <a16:creationId xmlns:a16="http://schemas.microsoft.com/office/drawing/2014/main" id="{B83A29B5-66C1-45A5-929F-3BC73E78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Codex</a:t>
            </a:r>
          </a:p>
        </p:txBody>
      </p:sp>
      <p:sp>
        <p:nvSpPr>
          <p:cNvPr id="11" name="rule-0167">
            <a:extLst xmlns:a="http://schemas.openxmlformats.org/drawingml/2006/main">
              <a:ext uri="{FF2B5EF4-FFF2-40B4-BE49-F238E27FC236}">
                <a16:creationId xmlns:a16="http://schemas.microsoft.com/office/drawing/2014/main" id="{AC55C687-8D3B-41E9-954E-CA82D0BD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68">
            <a:extLst xmlns:a="http://schemas.openxmlformats.org/drawingml/2006/main">
              <a:ext uri="{FF2B5EF4-FFF2-40B4-BE49-F238E27FC236}">
                <a16:creationId xmlns:a16="http://schemas.microsoft.com/office/drawing/2014/main" id="{0F6F2AAF-0EF4-49E3-BE7C-9768ACC7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調査・構成・独立タスク・最終確認</a:t>
            </a:r>
          </a:p>
        </p:txBody>
      </p:sp>
      <p:sp>
        <p:nvSpPr>
          <p:cNvPr id="13" name="text-0169">
            <a:extLst xmlns:a="http://schemas.openxmlformats.org/drawingml/2006/main">
              <a:ext uri="{FF2B5EF4-FFF2-40B4-BE49-F238E27FC236}">
                <a16:creationId xmlns:a16="http://schemas.microsoft.com/office/drawing/2014/main" id="{2A9A331E-44B0-4C54-80CA-18270A4C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4" name="text-0170">
            <a:extLst xmlns:a="http://schemas.openxmlformats.org/drawingml/2006/main">
              <a:ext uri="{FF2B5EF4-FFF2-40B4-BE49-F238E27FC236}">
                <a16:creationId xmlns:a16="http://schemas.microsoft.com/office/drawing/2014/main" id="{3664ACFB-4A3E-4E01-9F81-F2641A26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15" name="rule-0171">
            <a:extLst xmlns:a="http://schemas.openxmlformats.org/drawingml/2006/main">
              <a:ext uri="{FF2B5EF4-FFF2-40B4-BE49-F238E27FC236}">
                <a16:creationId xmlns:a16="http://schemas.microsoft.com/office/drawing/2014/main" id="{4874ECF2-A404-4299-9098-0CF31116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172">
            <a:extLst xmlns:a="http://schemas.openxmlformats.org/drawingml/2006/main">
              <a:ext uri="{FF2B5EF4-FFF2-40B4-BE49-F238E27FC236}">
                <a16:creationId xmlns:a16="http://schemas.microsoft.com/office/drawing/2014/main" id="{E5DA5708-E734-4FD9-AAC2-D0A63AF0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670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実装・修正・Unity側の主処理</a:t>
            </a:r>
          </a:p>
        </p:txBody>
      </p:sp>
      <p:sp>
        <p:nvSpPr>
          <p:cNvPr id="17" name="text-0173">
            <a:extLst xmlns:a="http://schemas.openxmlformats.org/drawingml/2006/main">
              <a:ext uri="{FF2B5EF4-FFF2-40B4-BE49-F238E27FC236}">
                <a16:creationId xmlns:a16="http://schemas.microsoft.com/office/drawing/2014/main" id="{5F381CA0-4A28-45C6-AA70-CD764029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text-0174">
            <a:extLst xmlns:a="http://schemas.openxmlformats.org/drawingml/2006/main">
              <a:ext uri="{FF2B5EF4-FFF2-40B4-BE49-F238E27FC236}">
                <a16:creationId xmlns:a16="http://schemas.microsoft.com/office/drawing/2014/main" id="{31E64F69-12CC-43CB-B572-E8AF626A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33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MCP / API</a:t>
            </a:r>
          </a:p>
        </p:txBody>
      </p:sp>
      <p:sp>
        <p:nvSpPr>
          <p:cNvPr id="19" name="rule-0175">
            <a:extLst xmlns:a="http://schemas.openxmlformats.org/drawingml/2006/main">
              <a:ext uri="{FF2B5EF4-FFF2-40B4-BE49-F238E27FC236}">
                <a16:creationId xmlns:a16="http://schemas.microsoft.com/office/drawing/2014/main" id="{446C16EF-28A0-4B02-8DE0-F7A5090E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176">
            <a:extLst xmlns:a="http://schemas.openxmlformats.org/drawingml/2006/main">
              <a:ext uri="{FF2B5EF4-FFF2-40B4-BE49-F238E27FC236}">
                <a16:creationId xmlns:a16="http://schemas.microsoft.com/office/drawing/2014/main" id="{EAE119D0-6710-44FF-91EB-CC28D673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Editor操作・外部生成・ログ取得</a:t>
            </a:r>
          </a:p>
        </p:txBody>
      </p:sp>
      <p:sp>
        <p:nvSpPr>
          <p:cNvPr id="21" name="text-0177">
            <a:extLst xmlns:a="http://schemas.openxmlformats.org/drawingml/2006/main">
              <a:ext uri="{FF2B5EF4-FFF2-40B4-BE49-F238E27FC236}">
                <a16:creationId xmlns:a16="http://schemas.microsoft.com/office/drawing/2014/main" id="{D2530608-71B9-4386-94F5-3724E247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2" name="text-0178">
            <a:extLst xmlns:a="http://schemas.openxmlformats.org/drawingml/2006/main">
              <a:ext uri="{FF2B5EF4-FFF2-40B4-BE49-F238E27FC236}">
                <a16:creationId xmlns:a16="http://schemas.microsoft.com/office/drawing/2014/main" id="{942D6E18-00BC-4B28-A12A-CEF79C7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実機結果</a:t>
            </a:r>
          </a:p>
        </p:txBody>
      </p:sp>
      <p:sp>
        <p:nvSpPr>
          <p:cNvPr id="23" name="rule-0179">
            <a:extLst xmlns:a="http://schemas.openxmlformats.org/drawingml/2006/main">
              <a:ext uri="{FF2B5EF4-FFF2-40B4-BE49-F238E27FC236}">
                <a16:creationId xmlns:a16="http://schemas.microsoft.com/office/drawing/2014/main" id="{E2334FF8-1199-4629-9BF2-45872C87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180">
            <a:extLst xmlns:a="http://schemas.openxmlformats.org/drawingml/2006/main">
              <a:ext uri="{FF2B5EF4-FFF2-40B4-BE49-F238E27FC236}">
                <a16:creationId xmlns:a16="http://schemas.microsoft.com/office/drawing/2014/main" id="{B16F0A76-410C-4B48-B24C-D03B32D1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56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画面・ビルド・プレイテスト</a:t>
            </a:r>
          </a:p>
        </p:txBody>
      </p:sp>
      <p:sp>
        <p:nvSpPr>
          <p:cNvPr id="25" name="shape-0181">
            <a:extLst xmlns:a="http://schemas.openxmlformats.org/drawingml/2006/main">
              <a:ext uri="{FF2B5EF4-FFF2-40B4-BE49-F238E27FC236}">
                <a16:creationId xmlns:a16="http://schemas.microsoft.com/office/drawing/2014/main" id="{D829939E-D303-4AD9-959B-DB56EA03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725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82">
            <a:extLst xmlns:a="http://schemas.openxmlformats.org/drawingml/2006/main">
              <a:ext uri="{FF2B5EF4-FFF2-40B4-BE49-F238E27FC236}">
                <a16:creationId xmlns:a16="http://schemas.microsoft.com/office/drawing/2014/main" id="{E58AC7CA-3032-4B98-AB7E-C78A6413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AIの出力を成果とみなさない。</a:t>
            </a:r>
          </a:p>
          <a:p xmlns:a="http://schemas.openxmlformats.org/drawingml/2006/main">
            <a:pPr algn="ctr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Editor・ログ・画面・ビルドを確認してから次へ進む。</a:t>
            </a:r>
          </a:p>
        </p:txBody>
      </p:sp>
    </p:spTree>
    <p:extLst>
      <p:ext uri="{BB962C8B-B14F-4D97-AF65-F5344CB8AC3E}">
        <p14:creationId xmlns:p14="http://schemas.microsoft.com/office/powerpoint/2010/main" val="1067865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83">
            <a:extLst xmlns:a="http://schemas.openxmlformats.org/drawingml/2006/main">
              <a:ext uri="{FF2B5EF4-FFF2-40B4-BE49-F238E27FC236}">
                <a16:creationId xmlns:a16="http://schemas.microsoft.com/office/drawing/2014/main" id="{795CD958-D9B0-4171-84D5-3C2F7CD5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84">
            <a:extLst xmlns:a="http://schemas.openxmlformats.org/drawingml/2006/main">
              <a:ext uri="{FF2B5EF4-FFF2-40B4-BE49-F238E27FC236}">
                <a16:creationId xmlns:a16="http://schemas.microsoft.com/office/drawing/2014/main" id="{051CE0E1-60F1-447D-916B-32A272BA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MCPで、UnityとUnreal Editorを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直接つないでいる</a:t>
            </a:r>
          </a:p>
        </p:txBody>
      </p:sp>
      <p:sp>
        <p:nvSpPr>
          <p:cNvPr id="3" name="rule-0185">
            <a:extLst xmlns:a="http://schemas.openxmlformats.org/drawingml/2006/main">
              <a:ext uri="{FF2B5EF4-FFF2-40B4-BE49-F238E27FC236}">
                <a16:creationId xmlns:a16="http://schemas.microsoft.com/office/drawing/2014/main" id="{3E9B8182-890F-40DE-975B-7B1A0591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86">
            <a:extLst xmlns:a="http://schemas.openxmlformats.org/drawingml/2006/main">
              <a:ext uri="{FF2B5EF4-FFF2-40B4-BE49-F238E27FC236}">
                <a16:creationId xmlns:a16="http://schemas.microsoft.com/office/drawing/2014/main" id="{10EF5D2D-0FA7-4A9E-863C-6826962B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87">
            <a:extLst xmlns:a="http://schemas.openxmlformats.org/drawingml/2006/main">
              <a:ext uri="{FF2B5EF4-FFF2-40B4-BE49-F238E27FC236}">
                <a16:creationId xmlns:a16="http://schemas.microsoft.com/office/drawing/2014/main" id="{EDCDA062-1E80-4E39-8D91-E2E16D53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6" name="shape-0188">
            <a:extLst xmlns:a="http://schemas.openxmlformats.org/drawingml/2006/main">
              <a:ext uri="{FF2B5EF4-FFF2-40B4-BE49-F238E27FC236}">
                <a16:creationId xmlns:a16="http://schemas.microsoft.com/office/drawing/2014/main" id="{9DB51990-BDE5-4D6C-9259-FF967E9A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5010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7" name="rule-0189">
            <a:extLst xmlns:a="http://schemas.openxmlformats.org/drawingml/2006/main">
              <a:ext uri="{FF2B5EF4-FFF2-40B4-BE49-F238E27FC236}">
                <a16:creationId xmlns:a16="http://schemas.microsoft.com/office/drawing/2014/main" id="{FE87613C-D3AF-413C-84F1-7D57F99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190">
            <a:extLst xmlns:a="http://schemas.openxmlformats.org/drawingml/2006/main">
              <a:ext uri="{FF2B5EF4-FFF2-40B4-BE49-F238E27FC236}">
                <a16:creationId xmlns:a16="http://schemas.microsoft.com/office/drawing/2014/main" id="{8C4D128D-1876-48AB-864B-AC508B13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.claude/settings.json</a:t>
            </a:r>
          </a:p>
        </p:txBody>
      </p:sp>
      <p:sp>
        <p:nvSpPr>
          <p:cNvPr id="9" name="text-0191">
            <a:extLst xmlns:a="http://schemas.openxmlformats.org/drawingml/2006/main">
              <a:ext uri="{FF2B5EF4-FFF2-40B4-BE49-F238E27FC236}">
                <a16:creationId xmlns:a16="http://schemas.microsoft.com/office/drawing/2014/main" id="{94648524-7216-4FD7-A007-66D04078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47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"unityMCP":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"url": "http://localhost:8080/mcp"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shape-0192">
            <a:extLst xmlns:a="http://schemas.openxmlformats.org/drawingml/2006/main">
              <a:ext uri="{FF2B5EF4-FFF2-40B4-BE49-F238E27FC236}">
                <a16:creationId xmlns:a16="http://schemas.microsoft.com/office/drawing/2014/main" id="{FB94B5E2-7D62-4638-9D23-C98E010B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28800"/>
            <a:ext cx="541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11" name="rule-0193">
            <a:extLst xmlns:a="http://schemas.openxmlformats.org/drawingml/2006/main">
              <a:ext uri="{FF2B5EF4-FFF2-40B4-BE49-F238E27FC236}">
                <a16:creationId xmlns:a16="http://schemas.microsoft.com/office/drawing/2014/main" id="{3E18E086-DA79-47CB-BEDA-0D401295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288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94">
            <a:extLst xmlns:a="http://schemas.openxmlformats.org/drawingml/2006/main">
              <a:ext uri="{FF2B5EF4-FFF2-40B4-BE49-F238E27FC236}">
                <a16:creationId xmlns:a16="http://schemas.microsoft.com/office/drawing/2014/main" id="{95E5C42A-4155-4ECD-B3A2-2F6C8437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Unreal/ChaosDraftPartyUE/.mcp.json</a:t>
            </a:r>
          </a:p>
        </p:txBody>
      </p:sp>
      <p:sp>
        <p:nvSpPr>
          <p:cNvPr id="13" name="text-0195">
            <a:extLst xmlns:a="http://schemas.openxmlformats.org/drawingml/2006/main">
              <a:ext uri="{FF2B5EF4-FFF2-40B4-BE49-F238E27FC236}">
                <a16:creationId xmlns:a16="http://schemas.microsoft.com/office/drawing/2014/main" id="{A48E66E5-0ECD-412A-9043-0CE3DF42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876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"unreal-mcp":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"type": "http",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"url": "http://127.0.0.1:8000/mcp"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-0196">
            <a:extLst xmlns:a="http://schemas.openxmlformats.org/drawingml/2006/main">
              <a:ext uri="{FF2B5EF4-FFF2-40B4-BE49-F238E27FC236}">
                <a16:creationId xmlns:a16="http://schemas.microsoft.com/office/drawing/2014/main" id="{EA04F51E-F06A-4D63-9516-1AE96953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Editorに有効化したもの</a:t>
            </a:r>
          </a:p>
        </p:txBody>
      </p:sp>
      <p:sp>
        <p:nvSpPr>
          <p:cNvPr id="15" name="text-0197">
            <a:extLst xmlns:a="http://schemas.openxmlformats.org/drawingml/2006/main">
              <a:ext uri="{FF2B5EF4-FFF2-40B4-BE49-F238E27FC236}">
                <a16:creationId xmlns:a16="http://schemas.microsoft.com/office/drawing/2014/main" id="{CE5D80E1-5B38-4B41-8BC5-06EDE6D0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ModelContextProtocol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MCPClientToolset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AllToolsets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PythonScriptPlugin</a:t>
            </a:r>
          </a:p>
        </p:txBody>
      </p:sp>
      <p:sp>
        <p:nvSpPr>
          <p:cNvPr id="16" name="rule-0198">
            <a:extLst xmlns:a="http://schemas.openxmlformats.org/drawingml/2006/main">
              <a:ext uri="{FF2B5EF4-FFF2-40B4-BE49-F238E27FC236}">
                <a16:creationId xmlns:a16="http://schemas.microsoft.com/office/drawing/2014/main" id="{15312FE1-2FC2-49D0-80F3-4A0293FF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9575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199">
            <a:extLst xmlns:a="http://schemas.openxmlformats.org/drawingml/2006/main">
              <a:ext uri="{FF2B5EF4-FFF2-40B4-BE49-F238E27FC236}">
                <a16:creationId xmlns:a16="http://schemas.microsoft.com/office/drawing/2014/main" id="{B0B7C35C-228C-4F07-80C8-9FF26A01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できること</a:t>
            </a:r>
          </a:p>
        </p:txBody>
      </p:sp>
      <p:sp>
        <p:nvSpPr>
          <p:cNvPr id="18" name="shape-0200">
            <a:extLst xmlns:a="http://schemas.openxmlformats.org/drawingml/2006/main">
              <a:ext uri="{FF2B5EF4-FFF2-40B4-BE49-F238E27FC236}">
                <a16:creationId xmlns:a16="http://schemas.microsoft.com/office/drawing/2014/main" id="{DC67847B-6A49-46CF-8749-2C78628C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52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01">
            <a:extLst xmlns:a="http://schemas.openxmlformats.org/drawingml/2006/main">
              <a:ext uri="{FF2B5EF4-FFF2-40B4-BE49-F238E27FC236}">
                <a16:creationId xmlns:a16="http://schemas.microsoft.com/office/drawing/2014/main" id="{5B1238B6-01DA-45BE-9312-7DB2D404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4820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Actor・Asset・設定をEditor上で操作</a:t>
            </a:r>
          </a:p>
        </p:txBody>
      </p:sp>
      <p:sp>
        <p:nvSpPr>
          <p:cNvPr id="20" name="shape-0202">
            <a:extLst xmlns:a="http://schemas.openxmlformats.org/drawingml/2006/main">
              <a:ext uri="{FF2B5EF4-FFF2-40B4-BE49-F238E27FC236}">
                <a16:creationId xmlns:a16="http://schemas.microsoft.com/office/drawing/2014/main" id="{3BFA3B5E-A64D-4949-9E71-F774B345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29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203">
            <a:extLst xmlns:a="http://schemas.openxmlformats.org/drawingml/2006/main">
              <a:ext uri="{FF2B5EF4-FFF2-40B4-BE49-F238E27FC236}">
                <a16:creationId xmlns:a16="http://schemas.microsoft.com/office/drawing/2014/main" id="{98F4DB0A-6D30-412D-8345-0480E316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2445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状態・ログ・画面を取得して実測</a:t>
            </a:r>
          </a:p>
        </p:txBody>
      </p:sp>
      <p:sp>
        <p:nvSpPr>
          <p:cNvPr id="22" name="shape-0204">
            <a:extLst xmlns:a="http://schemas.openxmlformats.org/drawingml/2006/main">
              <a:ext uri="{FF2B5EF4-FFF2-40B4-BE49-F238E27FC236}">
                <a16:creationId xmlns:a16="http://schemas.microsoft.com/office/drawing/2014/main" id="{5037F16C-B574-475C-9BC4-BD0BBA94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0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205">
            <a:extLst xmlns:a="http://schemas.openxmlformats.org/drawingml/2006/main">
              <a:ext uri="{FF2B5EF4-FFF2-40B4-BE49-F238E27FC236}">
                <a16:creationId xmlns:a16="http://schemas.microsoft.com/office/drawing/2014/main" id="{F86A6292-7F62-4E69-B043-783AA323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0070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同じ接続先を設定ファイルで共有</a:t>
            </a:r>
          </a:p>
        </p:txBody>
      </p:sp>
    </p:spTree>
    <p:extLst>
      <p:ext uri="{BB962C8B-B14F-4D97-AF65-F5344CB8AC3E}">
        <p14:creationId xmlns:p14="http://schemas.microsoft.com/office/powerpoint/2010/main" val="7096175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06">
            <a:extLst xmlns:a="http://schemas.openxmlformats.org/drawingml/2006/main">
              <a:ext uri="{FF2B5EF4-FFF2-40B4-BE49-F238E27FC236}">
                <a16:creationId xmlns:a16="http://schemas.microsoft.com/office/drawing/2014/main" id="{93465438-B948-4A3A-BF0D-EC436679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07">
            <a:extLst xmlns:a="http://schemas.openxmlformats.org/drawingml/2006/main">
              <a:ext uri="{FF2B5EF4-FFF2-40B4-BE49-F238E27FC236}">
                <a16:creationId xmlns:a16="http://schemas.microsoft.com/office/drawing/2014/main" id="{C4B58466-B78D-4CA7-9D21-C6167A01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24のAgent定義で、調査・実装・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修正・検証を分ける</a:t>
            </a:r>
          </a:p>
        </p:txBody>
      </p:sp>
      <p:sp>
        <p:nvSpPr>
          <p:cNvPr id="3" name="rule-0208">
            <a:extLst xmlns:a="http://schemas.openxmlformats.org/drawingml/2006/main">
              <a:ext uri="{FF2B5EF4-FFF2-40B4-BE49-F238E27FC236}">
                <a16:creationId xmlns:a16="http://schemas.microsoft.com/office/drawing/2014/main" id="{4926CDC6-9967-4B70-9AC9-9ADB8F81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09">
            <a:extLst xmlns:a="http://schemas.openxmlformats.org/drawingml/2006/main">
              <a:ext uri="{FF2B5EF4-FFF2-40B4-BE49-F238E27FC236}">
                <a16:creationId xmlns:a16="http://schemas.microsoft.com/office/drawing/2014/main" id="{D5AB4EDE-59CF-486A-986E-6A9DEA70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10">
            <a:extLst xmlns:a="http://schemas.openxmlformats.org/drawingml/2006/main">
              <a:ext uri="{FF2B5EF4-FFF2-40B4-BE49-F238E27FC236}">
                <a16:creationId xmlns:a16="http://schemas.microsoft.com/office/drawing/2014/main" id="{A46FD2F9-0F5F-4A1C-BDBE-A08B9CCD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6" name="text-0211">
            <a:extLst xmlns:a="http://schemas.openxmlformats.org/drawingml/2006/main">
              <a:ext uri="{FF2B5EF4-FFF2-40B4-BE49-F238E27FC236}">
                <a16:creationId xmlns:a16="http://schemas.microsoft.com/office/drawing/2014/main" id="{98EC8CDA-7C0F-4410-AE67-A6902027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7" name="text-0212">
            <a:extLst xmlns:a="http://schemas.openxmlformats.org/drawingml/2006/main">
              <a:ext uri="{FF2B5EF4-FFF2-40B4-BE49-F238E27FC236}">
                <a16:creationId xmlns:a16="http://schemas.microsoft.com/office/drawing/2014/main" id="{1C06EE82-C5BC-432E-9FE9-738D7BB5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役割定義</a:t>
            </a:r>
          </a:p>
        </p:txBody>
      </p:sp>
      <p:sp>
        <p:nvSpPr>
          <p:cNvPr id="8" name="text-0213">
            <a:extLst xmlns:a="http://schemas.openxmlformats.org/drawingml/2006/main">
              <a:ext uri="{FF2B5EF4-FFF2-40B4-BE49-F238E27FC236}">
                <a16:creationId xmlns:a16="http://schemas.microsoft.com/office/drawing/2014/main" id="{7D1AF839-AD6C-41FD-842D-B44759D6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必要な場面で個別に起動。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役割を分け、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一つの会話に集中させない。</a:t>
            </a:r>
          </a:p>
        </p:txBody>
      </p:sp>
      <p:sp>
        <p:nvSpPr>
          <p:cNvPr id="9" name="rule-0214">
            <a:extLst xmlns:a="http://schemas.openxmlformats.org/drawingml/2006/main">
              <a:ext uri="{FF2B5EF4-FFF2-40B4-BE49-F238E27FC236}">
                <a16:creationId xmlns:a16="http://schemas.microsoft.com/office/drawing/2014/main" id="{657973A1-6FF0-4338-849F-760699D9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215">
            <a:extLst xmlns:a="http://schemas.openxmlformats.org/drawingml/2006/main">
              <a:ext uri="{FF2B5EF4-FFF2-40B4-BE49-F238E27FC236}">
                <a16:creationId xmlns:a16="http://schemas.microsoft.com/office/drawing/2014/main" id="{EEEFCAF6-24A5-441A-A93C-AC76162E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調べる</a:t>
            </a:r>
          </a:p>
        </p:txBody>
      </p:sp>
      <p:sp>
        <p:nvSpPr>
          <p:cNvPr id="11" name="text-0216">
            <a:extLst xmlns:a="http://schemas.openxmlformats.org/drawingml/2006/main">
              <a:ext uri="{FF2B5EF4-FFF2-40B4-BE49-F238E27FC236}">
                <a16:creationId xmlns:a16="http://schemas.microsoft.com/office/drawing/2014/main" id="{A0ECED80-0279-4F31-BF88-1FB193A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050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unity-scout / unity-critic</a:t>
            </a:r>
          </a:p>
        </p:txBody>
      </p:sp>
      <p:sp>
        <p:nvSpPr>
          <p:cNvPr id="12" name="rule-0217">
            <a:extLst xmlns:a="http://schemas.openxmlformats.org/drawingml/2006/main">
              <a:ext uri="{FF2B5EF4-FFF2-40B4-BE49-F238E27FC236}">
                <a16:creationId xmlns:a16="http://schemas.microsoft.com/office/drawing/2014/main" id="{9D7C464B-AD4F-42F9-B45A-7AE70499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18">
            <a:extLst xmlns:a="http://schemas.openxmlformats.org/drawingml/2006/main">
              <a:ext uri="{FF2B5EF4-FFF2-40B4-BE49-F238E27FC236}">
                <a16:creationId xmlns:a16="http://schemas.microsoft.com/office/drawing/2014/main" id="{B6D17F2F-96F5-468C-977C-4E62AC5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作る</a:t>
            </a:r>
          </a:p>
        </p:txBody>
      </p:sp>
      <p:sp>
        <p:nvSpPr>
          <p:cNvPr id="14" name="text-0219">
            <a:extLst xmlns:a="http://schemas.openxmlformats.org/drawingml/2006/main">
              <a:ext uri="{FF2B5EF4-FFF2-40B4-BE49-F238E27FC236}">
                <a16:creationId xmlns:a16="http://schemas.microsoft.com/office/drawing/2014/main" id="{834E28C3-A516-4ED0-BC9E-785AFF31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8605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unity-coder / scene-builder / shader-dev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network-dev / ui-builder / prototyper</a:t>
            </a:r>
          </a:p>
        </p:txBody>
      </p:sp>
      <p:sp>
        <p:nvSpPr>
          <p:cNvPr id="15" name="rule-0220">
            <a:extLst xmlns:a="http://schemas.openxmlformats.org/drawingml/2006/main">
              <a:ext uri="{FF2B5EF4-FFF2-40B4-BE49-F238E27FC236}">
                <a16:creationId xmlns:a16="http://schemas.microsoft.com/office/drawing/2014/main" id="{62FF2FB1-A577-4125-BD6D-685F559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623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21">
            <a:extLst xmlns:a="http://schemas.openxmlformats.org/drawingml/2006/main">
              <a:ext uri="{FF2B5EF4-FFF2-40B4-BE49-F238E27FC236}">
                <a16:creationId xmlns:a16="http://schemas.microsoft.com/office/drawing/2014/main" id="{BF2E2690-A7F1-4943-8B50-E54DC51D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481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直す</a:t>
            </a:r>
          </a:p>
        </p:txBody>
      </p:sp>
      <p:sp>
        <p:nvSpPr>
          <p:cNvPr id="17" name="text-0222">
            <a:extLst xmlns:a="http://schemas.openxmlformats.org/drawingml/2006/main">
              <a:ext uri="{FF2B5EF4-FFF2-40B4-BE49-F238E27FC236}">
                <a16:creationId xmlns:a16="http://schemas.microsoft.com/office/drawing/2014/main" id="{454A8082-FCA5-4AA0-81F3-4D3DDFA8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671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error-triager / fixer / code-reviser</a:t>
            </a:r>
          </a:p>
        </p:txBody>
      </p:sp>
      <p:sp>
        <p:nvSpPr>
          <p:cNvPr id="18" name="rule-0223">
            <a:extLst xmlns:a="http://schemas.openxmlformats.org/drawingml/2006/main">
              <a:ext uri="{FF2B5EF4-FFF2-40B4-BE49-F238E27FC236}">
                <a16:creationId xmlns:a16="http://schemas.microsoft.com/office/drawing/2014/main" id="{B1C2716C-3E04-4018-852F-D71432C7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24">
            <a:extLst xmlns:a="http://schemas.openxmlformats.org/drawingml/2006/main">
              <a:ext uri="{FF2B5EF4-FFF2-40B4-BE49-F238E27FC236}">
                <a16:creationId xmlns:a16="http://schemas.microsoft.com/office/drawing/2014/main" id="{9D0301DD-7048-43A4-848D-805A7EC1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482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確かめる</a:t>
            </a:r>
          </a:p>
        </p:txBody>
      </p:sp>
      <p:sp>
        <p:nvSpPr>
          <p:cNvPr id="20" name="text-0225">
            <a:extLst xmlns:a="http://schemas.openxmlformats.org/drawingml/2006/main">
              <a:ext uri="{FF2B5EF4-FFF2-40B4-BE49-F238E27FC236}">
                <a16:creationId xmlns:a16="http://schemas.microsoft.com/office/drawing/2014/main" id="{6AF509FB-119C-4295-BEC1-53FBCA1D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4820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reviewer / verifier / test-runner / linter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security-reviewer / optimizer / build-runner</a:t>
            </a:r>
          </a:p>
        </p:txBody>
      </p:sp>
      <p:sp>
        <p:nvSpPr>
          <p:cNvPr id="21" name="text-0226">
            <a:extLst xmlns:a="http://schemas.openxmlformats.org/drawingml/2006/main">
              <a:ext uri="{FF2B5EF4-FFF2-40B4-BE49-F238E27FC236}">
                <a16:creationId xmlns:a16="http://schemas.microsoft.com/office/drawing/2014/main" id="{B5767DC1-1FDE-4BF9-AA58-0DC103A3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674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実測: .claude/agents 配下のMarkdown定義 24件</a:t>
            </a:r>
          </a:p>
        </p:txBody>
      </p:sp>
    </p:spTree>
    <p:extLst>
      <p:ext uri="{BB962C8B-B14F-4D97-AF65-F5344CB8AC3E}">
        <p14:creationId xmlns:p14="http://schemas.microsoft.com/office/powerpoint/2010/main" val="19542570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27">
            <a:extLst xmlns:a="http://schemas.openxmlformats.org/drawingml/2006/main">
              <a:ext uri="{FF2B5EF4-FFF2-40B4-BE49-F238E27FC236}">
                <a16:creationId xmlns:a16="http://schemas.microsoft.com/office/drawing/2014/main" id="{C460579F-18EC-4408-9948-BF2A418E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28">
            <a:extLst xmlns:a="http://schemas.openxmlformats.org/drawingml/2006/main">
              <a:ext uri="{FF2B5EF4-FFF2-40B4-BE49-F238E27FC236}">
                <a16:creationId xmlns:a16="http://schemas.microsoft.com/office/drawing/2014/main" id="{8CD797FE-4508-4FE3-9C5F-F1615329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51種のSkillに、手順と失敗を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再利用できる形で残す</a:t>
            </a:r>
          </a:p>
        </p:txBody>
      </p:sp>
      <p:sp>
        <p:nvSpPr>
          <p:cNvPr id="3" name="rule-0229">
            <a:extLst xmlns:a="http://schemas.openxmlformats.org/drawingml/2006/main">
              <a:ext uri="{FF2B5EF4-FFF2-40B4-BE49-F238E27FC236}">
                <a16:creationId xmlns:a16="http://schemas.microsoft.com/office/drawing/2014/main" id="{96CF50DC-56A9-426C-AF78-161D0CCC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30">
            <a:extLst xmlns:a="http://schemas.openxmlformats.org/drawingml/2006/main">
              <a:ext uri="{FF2B5EF4-FFF2-40B4-BE49-F238E27FC236}">
                <a16:creationId xmlns:a16="http://schemas.microsoft.com/office/drawing/2014/main" id="{4EA1CA87-E3CA-475C-A468-D7DADAD1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31">
            <a:extLst xmlns:a="http://schemas.openxmlformats.org/drawingml/2006/main">
              <a:ext uri="{FF2B5EF4-FFF2-40B4-BE49-F238E27FC236}">
                <a16:creationId xmlns:a16="http://schemas.microsoft.com/office/drawing/2014/main" id="{69570293-D626-480F-866D-B2BD8F51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6" name="text-0232">
            <a:extLst xmlns:a="http://schemas.openxmlformats.org/drawingml/2006/main">
              <a:ext uri="{FF2B5EF4-FFF2-40B4-BE49-F238E27FC236}">
                <a16:creationId xmlns:a16="http://schemas.microsoft.com/office/drawing/2014/main" id="{38207D27-E6A7-4B5A-8967-EB173BBD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text-0233">
            <a:extLst xmlns:a="http://schemas.openxmlformats.org/drawingml/2006/main">
              <a:ext uri="{FF2B5EF4-FFF2-40B4-BE49-F238E27FC236}">
                <a16:creationId xmlns:a16="http://schemas.microsoft.com/office/drawing/2014/main" id="{91E08B2C-ED1E-4390-9864-056AF7E4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Skillの種類</a:t>
            </a:r>
          </a:p>
        </p:txBody>
      </p:sp>
      <p:sp>
        <p:nvSpPr>
          <p:cNvPr id="8" name="text-0234">
            <a:extLst xmlns:a="http://schemas.openxmlformats.org/drawingml/2006/main">
              <a:ext uri="{FF2B5EF4-FFF2-40B4-BE49-F238E27FC236}">
                <a16:creationId xmlns:a16="http://schemas.microsoft.com/office/drawing/2014/main" id="{7713D424-78CD-43F0-8BE6-8EA58BF0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二つのAI環境へ展開し、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同じ判断基準を読み込ませる。</a:t>
            </a:r>
          </a:p>
        </p:txBody>
      </p:sp>
      <p:sp>
        <p:nvSpPr>
          <p:cNvPr id="9" name="rule-0235">
            <a:extLst xmlns:a="http://schemas.openxmlformats.org/drawingml/2006/main">
              <a:ext uri="{FF2B5EF4-FFF2-40B4-BE49-F238E27FC236}">
                <a16:creationId xmlns:a16="http://schemas.microsoft.com/office/drawing/2014/main" id="{D6CACCC6-9A80-41F9-BD16-D896EC5C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236">
            <a:extLst xmlns:a="http://schemas.openxmlformats.org/drawingml/2006/main">
              <a:ext uri="{FF2B5EF4-FFF2-40B4-BE49-F238E27FC236}">
                <a16:creationId xmlns:a16="http://schemas.microsoft.com/office/drawing/2014/main" id="{518D1B32-600D-4412-9532-B0BDE9F8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CE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0A6CE"/>
                </a:solidFill>
                <a:latin typeface="Consolas"/>
                <a:ea typeface="Consolas"/>
                <a:cs typeface="Consolas"/>
              </a:rPr>
              <a:t>character-controller</a:t>
            </a:r>
          </a:p>
        </p:txBody>
      </p:sp>
      <p:sp>
        <p:nvSpPr>
          <p:cNvPr id="11" name="text-0237">
            <a:extLst xmlns:a="http://schemas.openxmlformats.org/drawingml/2006/main">
              <a:ext uri="{FF2B5EF4-FFF2-40B4-BE49-F238E27FC236}">
                <a16:creationId xmlns:a16="http://schemas.microsoft.com/office/drawing/2014/main" id="{0AA47670-5412-4BDC-BDBE-EC18537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コヨーテタイム、入力バッファ、ジャンプカット</a:t>
            </a:r>
          </a:p>
        </p:txBody>
      </p:sp>
      <p:sp>
        <p:nvSpPr>
          <p:cNvPr id="12" name="rule-0238">
            <a:extLst xmlns:a="http://schemas.openxmlformats.org/drawingml/2006/main">
              <a:ext uri="{FF2B5EF4-FFF2-40B4-BE49-F238E27FC236}">
                <a16:creationId xmlns:a16="http://schemas.microsoft.com/office/drawing/2014/main" id="{08C2E8DA-4DA2-4291-96C3-BD779682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39">
            <a:extLst xmlns:a="http://schemas.openxmlformats.org/drawingml/2006/main">
              <a:ext uri="{FF2B5EF4-FFF2-40B4-BE49-F238E27FC236}">
                <a16:creationId xmlns:a16="http://schemas.microsoft.com/office/drawing/2014/main" id="{D7EB72E9-77DC-42D8-ADE5-673BE4DF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71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A85A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8A85A"/>
                </a:solidFill>
                <a:latin typeface="Consolas"/>
                <a:ea typeface="Consolas"/>
                <a:cs typeface="Consolas"/>
              </a:rPr>
              <a:t>unity-mcp-patterns</a:t>
            </a:r>
          </a:p>
        </p:txBody>
      </p:sp>
      <p:sp>
        <p:nvSpPr>
          <p:cNvPr id="14" name="text-0240">
            <a:extLst xmlns:a="http://schemas.openxmlformats.org/drawingml/2006/main">
              <a:ext uri="{FF2B5EF4-FFF2-40B4-BE49-F238E27FC236}">
                <a16:creationId xmlns:a16="http://schemas.microsoft.com/office/drawing/2014/main" id="{9C9B2FDC-5F1B-46C9-AF56-953AAC67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Editor操作の分割、batch、ログ確認、失敗時の復旧</a:t>
            </a:r>
          </a:p>
        </p:txBody>
      </p:sp>
      <p:sp>
        <p:nvSpPr>
          <p:cNvPr id="15" name="rule-0241">
            <a:extLst xmlns:a="http://schemas.openxmlformats.org/drawingml/2006/main">
              <a:ext uri="{FF2B5EF4-FFF2-40B4-BE49-F238E27FC236}">
                <a16:creationId xmlns:a16="http://schemas.microsoft.com/office/drawing/2014/main" id="{31977DB2-B0BE-432B-ABEE-6E12F4B6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42">
            <a:extLst xmlns:a="http://schemas.openxmlformats.org/drawingml/2006/main">
              <a:ext uri="{FF2B5EF4-FFF2-40B4-BE49-F238E27FC236}">
                <a16:creationId xmlns:a16="http://schemas.microsoft.com/office/drawing/2014/main" id="{6D89E1E8-5B82-4B3A-99C4-C34B7B72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353D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E6353D"/>
                </a:solidFill>
                <a:latin typeface="Consolas"/>
                <a:ea typeface="Consolas"/>
                <a:cs typeface="Consolas"/>
              </a:rPr>
              <a:t>meshy-unity-workflow</a:t>
            </a:r>
          </a:p>
        </p:txBody>
      </p:sp>
      <p:sp>
        <p:nvSpPr>
          <p:cNvPr id="17" name="text-0243">
            <a:extLst xmlns:a="http://schemas.openxmlformats.org/drawingml/2006/main">
              <a:ext uri="{FF2B5EF4-FFF2-40B4-BE49-F238E27FC236}">
                <a16:creationId xmlns:a16="http://schemas.microsoft.com/office/drawing/2014/main" id="{AC8D1B9B-CDBE-4098-84AD-D88D3F09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0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APIキー、credit、3D生成、URP変換、権利ルール</a:t>
            </a:r>
          </a:p>
        </p:txBody>
      </p:sp>
      <p:sp>
        <p:nvSpPr>
          <p:cNvPr id="18" name="rule-0244">
            <a:extLst xmlns:a="http://schemas.openxmlformats.org/drawingml/2006/main">
              <a:ext uri="{FF2B5EF4-FFF2-40B4-BE49-F238E27FC236}">
                <a16:creationId xmlns:a16="http://schemas.microsoft.com/office/drawing/2014/main" id="{243DEDA2-E0D8-4069-B9C5-5AD0FF7B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387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45">
            <a:extLst xmlns:a="http://schemas.openxmlformats.org/drawingml/2006/main">
              <a:ext uri="{FF2B5EF4-FFF2-40B4-BE49-F238E27FC236}">
                <a16:creationId xmlns:a16="http://schemas.microsoft.com/office/drawing/2014/main" id="{5DAA0C49-D222-4262-A1EF-B38E2A58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CC3D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84CC3D"/>
                </a:solidFill>
                <a:latin typeface="Consolas"/>
                <a:ea typeface="Consolas"/>
                <a:cs typeface="Consolas"/>
              </a:rPr>
              <a:t>chaosdraftparty-gotchas</a:t>
            </a:r>
          </a:p>
        </p:txBody>
      </p:sp>
      <p:sp>
        <p:nvSpPr>
          <p:cNvPr id="20" name="text-0246">
            <a:extLst xmlns:a="http://schemas.openxmlformats.org/drawingml/2006/main">
              <a:ext uri="{FF2B5EF4-FFF2-40B4-BE49-F238E27FC236}">
                <a16:creationId xmlns:a16="http://schemas.microsoft.com/office/drawing/2014/main" id="{DA5B20F9-5125-47D8-9E7F-E2817381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29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この作品で実際に起きた罠と、その確認方法</a:t>
            </a:r>
          </a:p>
        </p:txBody>
      </p:sp>
    </p:spTree>
    <p:extLst>
      <p:ext uri="{BB962C8B-B14F-4D97-AF65-F5344CB8AC3E}">
        <p14:creationId xmlns:p14="http://schemas.microsoft.com/office/powerpoint/2010/main" val="12666068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47">
            <a:extLst xmlns:a="http://schemas.openxmlformats.org/drawingml/2006/main">
              <a:ext uri="{FF2B5EF4-FFF2-40B4-BE49-F238E27FC236}">
                <a16:creationId xmlns:a16="http://schemas.microsoft.com/office/drawing/2014/main" id="{F5AAAEFE-DEC3-47A3-BD9F-21968C37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48">
            <a:extLst xmlns:a="http://schemas.openxmlformats.org/drawingml/2006/main">
              <a:ext uri="{FF2B5EF4-FFF2-40B4-BE49-F238E27FC236}">
                <a16:creationId xmlns:a16="http://schemas.microsoft.com/office/drawing/2014/main" id="{57B09341-4A8B-467F-9348-327911EB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26種のHookが、破壊的変更と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記憶の断絶を防ぐ</a:t>
            </a:r>
          </a:p>
        </p:txBody>
      </p:sp>
      <p:sp>
        <p:nvSpPr>
          <p:cNvPr id="3" name="rule-0249">
            <a:extLst xmlns:a="http://schemas.openxmlformats.org/drawingml/2006/main">
              <a:ext uri="{FF2B5EF4-FFF2-40B4-BE49-F238E27FC236}">
                <a16:creationId xmlns:a16="http://schemas.microsoft.com/office/drawing/2014/main" id="{D7B28A31-7C29-46D7-8C78-949DC9DD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50">
            <a:extLst xmlns:a="http://schemas.openxmlformats.org/drawingml/2006/main">
              <a:ext uri="{FF2B5EF4-FFF2-40B4-BE49-F238E27FC236}">
                <a16:creationId xmlns:a16="http://schemas.microsoft.com/office/drawing/2014/main" id="{86B7B82A-D682-42CE-9631-6ADDCC2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51">
            <a:extLst xmlns:a="http://schemas.openxmlformats.org/drawingml/2006/main">
              <a:ext uri="{FF2B5EF4-FFF2-40B4-BE49-F238E27FC236}">
                <a16:creationId xmlns:a16="http://schemas.microsoft.com/office/drawing/2014/main" id="{10E52D80-F0E0-4FA0-AAE2-CFA2CAA8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6" name="text-0252">
            <a:extLst xmlns:a="http://schemas.openxmlformats.org/drawingml/2006/main">
              <a:ext uri="{FF2B5EF4-FFF2-40B4-BE49-F238E27FC236}">
                <a16:creationId xmlns:a16="http://schemas.microsoft.com/office/drawing/2014/main" id="{262817DE-3873-4954-B1A0-ED353395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7" name="text-0253">
            <a:extLst xmlns:a="http://schemas.openxmlformats.org/drawingml/2006/main">
              <a:ext uri="{FF2B5EF4-FFF2-40B4-BE49-F238E27FC236}">
                <a16:creationId xmlns:a16="http://schemas.microsoft.com/office/drawing/2014/main" id="{45C0F6FF-9136-4395-B8A4-6C8B0D96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Hookの種類</a:t>
            </a:r>
          </a:p>
        </p:txBody>
      </p:sp>
      <p:sp>
        <p:nvSpPr>
          <p:cNvPr id="8" name="text-0254">
            <a:extLst xmlns:a="http://schemas.openxmlformats.org/drawingml/2006/main">
              <a:ext uri="{FF2B5EF4-FFF2-40B4-BE49-F238E27FC236}">
                <a16:creationId xmlns:a16="http://schemas.microsoft.com/office/drawing/2014/main" id="{848FE86E-F24E-4ADC-A2F0-4857DB5C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CodexとClaudeの両側に配置。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開始前・実行後・終了時に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同じ安全確認を行う。</a:t>
            </a:r>
          </a:p>
        </p:txBody>
      </p:sp>
      <p:sp>
        <p:nvSpPr>
          <p:cNvPr id="9" name="rule-0255">
            <a:extLst xmlns:a="http://schemas.openxmlformats.org/drawingml/2006/main">
              <a:ext uri="{FF2B5EF4-FFF2-40B4-BE49-F238E27FC236}">
                <a16:creationId xmlns:a16="http://schemas.microsoft.com/office/drawing/2014/main" id="{FC82A731-D5A3-40DE-8D08-27210ADE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256">
            <a:extLst xmlns:a="http://schemas.openxmlformats.org/drawingml/2006/main">
              <a:ext uri="{FF2B5EF4-FFF2-40B4-BE49-F238E27FC236}">
                <a16:creationId xmlns:a16="http://schemas.microsoft.com/office/drawing/2014/main" id="{91C8AFAD-A1CE-423C-BA8B-5B630A6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実行前</a:t>
            </a:r>
          </a:p>
        </p:txBody>
      </p:sp>
      <p:sp>
        <p:nvSpPr>
          <p:cNvPr id="11" name="text-0257">
            <a:extLst xmlns:a="http://schemas.openxmlformats.org/drawingml/2006/main">
              <a:ext uri="{FF2B5EF4-FFF2-40B4-BE49-F238E27FC236}">
                <a16:creationId xmlns:a16="http://schemas.microsoft.com/office/drawing/2014/main" id="{9B6FEC29-9328-43D5-B499-6A9E9C31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block-scene-edit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guard-project-config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bash-gate</a:t>
            </a:r>
          </a:p>
        </p:txBody>
      </p:sp>
      <p:sp>
        <p:nvSpPr>
          <p:cNvPr id="12" name="rule-0258">
            <a:extLst xmlns:a="http://schemas.openxmlformats.org/drawingml/2006/main">
              <a:ext uri="{FF2B5EF4-FFF2-40B4-BE49-F238E27FC236}">
                <a16:creationId xmlns:a16="http://schemas.microsoft.com/office/drawing/2014/main" id="{297013A9-4629-402D-8033-A83FB16D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59">
            <a:extLst xmlns:a="http://schemas.openxmlformats.org/drawingml/2006/main">
              <a:ext uri="{FF2B5EF4-FFF2-40B4-BE49-F238E27FC236}">
                <a16:creationId xmlns:a16="http://schemas.microsoft.com/office/drawing/2014/main" id="{A0CA05FE-E39E-497D-AA73-18CA8F0F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実行後</a:t>
            </a:r>
          </a:p>
        </p:txBody>
      </p:sp>
      <p:sp>
        <p:nvSpPr>
          <p:cNvPr id="14" name="text-0260">
            <a:extLst xmlns:a="http://schemas.openxmlformats.org/drawingml/2006/main">
              <a:ext uri="{FF2B5EF4-FFF2-40B4-BE49-F238E27FC236}">
                <a16:creationId xmlns:a16="http://schemas.microsoft.com/office/drawing/2014/main" id="{0AF4AFAB-05F8-4267-ADDF-C117F98E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99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warn-serialization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quality-gate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track-edits / suggest-verify</a:t>
            </a:r>
          </a:p>
        </p:txBody>
      </p:sp>
      <p:sp>
        <p:nvSpPr>
          <p:cNvPr id="15" name="rule-0261">
            <a:extLst xmlns:a="http://schemas.openxmlformats.org/drawingml/2006/main">
              <a:ext uri="{FF2B5EF4-FFF2-40B4-BE49-F238E27FC236}">
                <a16:creationId xmlns:a16="http://schemas.microsoft.com/office/drawing/2014/main" id="{9516A507-DBC0-4D76-BCE8-7F4B42EC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62">
            <a:extLst xmlns:a="http://schemas.openxmlformats.org/drawingml/2006/main">
              <a:ext uri="{FF2B5EF4-FFF2-40B4-BE49-F238E27FC236}">
                <a16:creationId xmlns:a16="http://schemas.microsoft.com/office/drawing/2014/main" id="{189AC801-EABC-41E6-AE03-84E877A2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29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セッション</a:t>
            </a:r>
          </a:p>
        </p:txBody>
      </p:sp>
      <p:sp>
        <p:nvSpPr>
          <p:cNvPr id="17" name="text-0263">
            <a:extLst xmlns:a="http://schemas.openxmlformats.org/drawingml/2006/main">
              <a:ext uri="{FF2B5EF4-FFF2-40B4-BE49-F238E27FC236}">
                <a16:creationId xmlns:a16="http://schemas.microsoft.com/office/drawing/2014/main" id="{AA2B68DB-A9A5-4CFB-848A-0489EE9B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session-restore / session-save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auto-learn / instinct-distill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stop-validate / notify</a:t>
            </a:r>
          </a:p>
        </p:txBody>
      </p:sp>
      <p:sp>
        <p:nvSpPr>
          <p:cNvPr id="18" name="shape-0264">
            <a:extLst xmlns:a="http://schemas.openxmlformats.org/drawingml/2006/main">
              <a:ext uri="{FF2B5EF4-FFF2-40B4-BE49-F238E27FC236}">
                <a16:creationId xmlns:a16="http://schemas.microsoft.com/office/drawing/2014/main" id="{21F1F1A3-1407-4A1D-89A7-1A90A648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674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65">
            <a:extLst xmlns:a="http://schemas.openxmlformats.org/drawingml/2006/main">
              <a:ext uri="{FF2B5EF4-FFF2-40B4-BE49-F238E27FC236}">
                <a16:creationId xmlns:a16="http://schemas.microsoft.com/office/drawing/2014/main" id="{405B1129-6FD3-4177-AC5C-9A393875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91150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危険な操作を止め、作業履歴を残し、次の起動で復元する。</a:t>
            </a:r>
          </a:p>
        </p:txBody>
      </p:sp>
    </p:spTree>
    <p:extLst>
      <p:ext uri="{BB962C8B-B14F-4D97-AF65-F5344CB8AC3E}">
        <p14:creationId xmlns:p14="http://schemas.microsoft.com/office/powerpoint/2010/main" val="2617890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66">
            <a:extLst xmlns:a="http://schemas.openxmlformats.org/drawingml/2006/main">
              <a:ext uri="{FF2B5EF4-FFF2-40B4-BE49-F238E27FC236}">
                <a16:creationId xmlns:a16="http://schemas.microsoft.com/office/drawing/2014/main" id="{8CFF80F5-70C8-42C2-80B7-FED44F27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67">
            <a:extLst xmlns:a="http://schemas.openxmlformats.org/drawingml/2006/main">
              <a:ext uri="{FF2B5EF4-FFF2-40B4-BE49-F238E27FC236}">
                <a16:creationId xmlns:a16="http://schemas.microsoft.com/office/drawing/2014/main" id="{BE379325-ABB5-4A1E-B776-38C55BA2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APIとBridgeで、外部生成と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Claudeの継続対話を工程に入れる</a:t>
            </a:r>
          </a:p>
        </p:txBody>
      </p:sp>
      <p:sp>
        <p:nvSpPr>
          <p:cNvPr id="3" name="rule-0268">
            <a:extLst xmlns:a="http://schemas.openxmlformats.org/drawingml/2006/main">
              <a:ext uri="{FF2B5EF4-FFF2-40B4-BE49-F238E27FC236}">
                <a16:creationId xmlns:a16="http://schemas.microsoft.com/office/drawing/2014/main" id="{4E6876C8-A667-4C56-A514-793BF839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69">
            <a:extLst xmlns:a="http://schemas.openxmlformats.org/drawingml/2006/main">
              <a:ext uri="{FF2B5EF4-FFF2-40B4-BE49-F238E27FC236}">
                <a16:creationId xmlns:a16="http://schemas.microsoft.com/office/drawing/2014/main" id="{E45DD5D7-222A-4B5A-9BCC-C33BECD6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70">
            <a:extLst xmlns:a="http://schemas.openxmlformats.org/drawingml/2006/main">
              <a:ext uri="{FF2B5EF4-FFF2-40B4-BE49-F238E27FC236}">
                <a16:creationId xmlns:a16="http://schemas.microsoft.com/office/drawing/2014/main" id="{739DF358-3AD7-4E19-8C13-F65ADA4B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6" name="text-0271">
            <a:extLst xmlns:a="http://schemas.openxmlformats.org/drawingml/2006/main">
              <a:ext uri="{FF2B5EF4-FFF2-40B4-BE49-F238E27FC236}">
                <a16:creationId xmlns:a16="http://schemas.microsoft.com/office/drawing/2014/main" id="{3079DE24-DDAF-422F-BF6E-D469AE77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Meshy MCP / API</a:t>
            </a:r>
          </a:p>
        </p:txBody>
      </p:sp>
      <p:sp>
        <p:nvSpPr>
          <p:cNvPr id="7" name="text-0272">
            <a:extLst xmlns:a="http://schemas.openxmlformats.org/drawingml/2006/main">
              <a:ext uri="{FF2B5EF4-FFF2-40B4-BE49-F238E27FC236}">
                <a16:creationId xmlns:a16="http://schemas.microsoft.com/office/drawing/2014/main" id="{24BBB523-AC91-4BC9-87C8-F1E82A93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ステージ小物に限定した3D生成</a:t>
            </a:r>
          </a:p>
        </p:txBody>
      </p:sp>
      <p:sp>
        <p:nvSpPr>
          <p:cNvPr id="8" name="shape-0273">
            <a:extLst xmlns:a="http://schemas.openxmlformats.org/drawingml/2006/main">
              <a:ext uri="{FF2B5EF4-FFF2-40B4-BE49-F238E27FC236}">
                <a16:creationId xmlns:a16="http://schemas.microsoft.com/office/drawing/2014/main" id="{523446D3-BB6D-4D55-81FA-B7C037B3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74">
            <a:extLst xmlns:a="http://schemas.openxmlformats.org/drawingml/2006/main">
              <a:ext uri="{FF2B5EF4-FFF2-40B4-BE49-F238E27FC236}">
                <a16:creationId xmlns:a16="http://schemas.microsoft.com/office/drawing/2014/main" id="{4B79DA19-863A-4F9F-AA99-D054E6C3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公式MCP 19ツールの運用をSkill化</a:t>
            </a:r>
          </a:p>
        </p:txBody>
      </p:sp>
      <p:sp>
        <p:nvSpPr>
          <p:cNvPr id="10" name="shape-0275">
            <a:extLst xmlns:a="http://schemas.openxmlformats.org/drawingml/2006/main">
              <a:ext uri="{FF2B5EF4-FFF2-40B4-BE49-F238E27FC236}">
                <a16:creationId xmlns:a16="http://schemas.microsoft.com/office/drawing/2014/main" id="{D02AE8E7-4670-4BE1-B1DA-DFC3D4D0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76">
            <a:extLst xmlns:a="http://schemas.openxmlformats.org/drawingml/2006/main">
              <a:ext uri="{FF2B5EF4-FFF2-40B4-BE49-F238E27FC236}">
                <a16:creationId xmlns:a16="http://schemas.microsoft.com/office/drawing/2014/main" id="{011A0C72-C9BC-4DC6-AAD3-BADEB124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APIキーはuser scope、Gitへ置かない</a:t>
            </a:r>
          </a:p>
        </p:txBody>
      </p:sp>
      <p:sp>
        <p:nvSpPr>
          <p:cNvPr id="12" name="shape-0277">
            <a:extLst xmlns:a="http://schemas.openxmlformats.org/drawingml/2006/main">
              <a:ext uri="{FF2B5EF4-FFF2-40B4-BE49-F238E27FC236}">
                <a16:creationId xmlns:a16="http://schemas.microsoft.com/office/drawing/2014/main" id="{0DBFE21E-6419-4036-9248-3E44562D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78">
            <a:extLst xmlns:a="http://schemas.openxmlformats.org/drawingml/2006/main">
              <a:ext uri="{FF2B5EF4-FFF2-40B4-BE49-F238E27FC236}">
                <a16:creationId xmlns:a16="http://schemas.microsoft.com/office/drawing/2014/main" id="{0E26E5E0-8CE5-465D-A154-DEEDD70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生成物を保存し、URP変換までつなぐ</a:t>
            </a:r>
          </a:p>
        </p:txBody>
      </p:sp>
      <p:sp>
        <p:nvSpPr>
          <p:cNvPr id="14" name="text-0279">
            <a:extLst xmlns:a="http://schemas.openxmlformats.org/drawingml/2006/main">
              <a:ext uri="{FF2B5EF4-FFF2-40B4-BE49-F238E27FC236}">
                <a16:creationId xmlns:a16="http://schemas.microsoft.com/office/drawing/2014/main" id="{384CB3BE-05A1-4332-8CB0-A7B955E0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キャラクター生成は禁止</a:t>
            </a:r>
          </a:p>
        </p:txBody>
      </p:sp>
      <p:sp>
        <p:nvSpPr>
          <p:cNvPr id="15" name="rule-0280">
            <a:extLst xmlns:a="http://schemas.openxmlformats.org/drawingml/2006/main">
              <a:ext uri="{FF2B5EF4-FFF2-40B4-BE49-F238E27FC236}">
                <a16:creationId xmlns:a16="http://schemas.microsoft.com/office/drawing/2014/main" id="{5136DBBC-93AE-4ECD-BBA6-35A4460A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81">
            <a:extLst xmlns:a="http://schemas.openxmlformats.org/drawingml/2006/main">
              <a:ext uri="{FF2B5EF4-FFF2-40B4-BE49-F238E27FC236}">
                <a16:creationId xmlns:a16="http://schemas.microsoft.com/office/drawing/2014/main" id="{DF1B4E48-7F2C-4D1E-AC74-ABE1B37E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Claude file bridge</a:t>
            </a:r>
          </a:p>
        </p:txBody>
      </p:sp>
      <p:sp>
        <p:nvSpPr>
          <p:cNvPr id="17" name="text-0282">
            <a:extLst xmlns:a="http://schemas.openxmlformats.org/drawingml/2006/main">
              <a:ext uri="{FF2B5EF4-FFF2-40B4-BE49-F238E27FC236}">
                <a16:creationId xmlns:a16="http://schemas.microsoft.com/office/drawing/2014/main" id="{DEEF7EC0-7A29-4805-9E12-A09F3DC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同じ対話をファイル経由で継続する</a:t>
            </a:r>
          </a:p>
        </p:txBody>
      </p:sp>
      <p:sp>
        <p:nvSpPr>
          <p:cNvPr id="18" name="shape-0283">
            <a:extLst xmlns:a="http://schemas.openxmlformats.org/drawingml/2006/main">
              <a:ext uri="{FF2B5EF4-FFF2-40B4-BE49-F238E27FC236}">
                <a16:creationId xmlns:a16="http://schemas.microsoft.com/office/drawing/2014/main" id="{F8EB63F1-84BF-4B43-BEDC-93C4EB70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4953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19" name="rule-0284">
            <a:extLst xmlns:a="http://schemas.openxmlformats.org/drawingml/2006/main">
              <a:ext uri="{FF2B5EF4-FFF2-40B4-BE49-F238E27FC236}">
                <a16:creationId xmlns:a16="http://schemas.microsoft.com/office/drawing/2014/main" id="{74404207-BAA6-4260-98D7-BCE36145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285">
            <a:extLst xmlns:a="http://schemas.openxmlformats.org/drawingml/2006/main">
              <a:ext uri="{FF2B5EF4-FFF2-40B4-BE49-F238E27FC236}">
                <a16:creationId xmlns:a16="http://schemas.microsoft.com/office/drawing/2014/main" id="{2C5B3CD2-8F5F-45F5-9262-D2076BA2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tools/claude_bridge/claude_prompt_bridge.ps1</a:t>
            </a:r>
          </a:p>
        </p:txBody>
      </p:sp>
      <p:sp>
        <p:nvSpPr>
          <p:cNvPr id="21" name="text-0286">
            <a:extLst xmlns:a="http://schemas.openxmlformats.org/drawingml/2006/main">
              <a:ext uri="{FF2B5EF4-FFF2-40B4-BE49-F238E27FC236}">
                <a16:creationId xmlns:a16="http://schemas.microsoft.com/office/drawing/2014/main" id="{EFA16B04-6FB8-4864-A031-F73566DF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4419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inbox.md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 ↓  claude -c -p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outbox_latest.md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 ↓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archive/</a:t>
            </a:r>
          </a:p>
        </p:txBody>
      </p:sp>
      <p:sp>
        <p:nvSpPr>
          <p:cNvPr id="22" name="text-0287">
            <a:extLst xmlns:a="http://schemas.openxmlformats.org/drawingml/2006/main">
              <a:ext uri="{FF2B5EF4-FFF2-40B4-BE49-F238E27FC236}">
                <a16:creationId xmlns:a16="http://schemas.microsoft.com/office/drawing/2014/main" id="{134FC33D-EDC5-4198-A621-37CF03AA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151行のPowerShell watcher。入力・出力・履歴をプロジェクト内に残す。</a:t>
            </a:r>
          </a:p>
        </p:txBody>
      </p:sp>
    </p:spTree>
    <p:extLst>
      <p:ext uri="{BB962C8B-B14F-4D97-AF65-F5344CB8AC3E}">
        <p14:creationId xmlns:p14="http://schemas.microsoft.com/office/powerpoint/2010/main" val="18878496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88">
            <a:extLst xmlns:a="http://schemas.openxmlformats.org/drawingml/2006/main">
              <a:ext uri="{FF2B5EF4-FFF2-40B4-BE49-F238E27FC236}">
                <a16:creationId xmlns:a16="http://schemas.microsoft.com/office/drawing/2014/main" id="{DE8EB3F5-FE3A-4126-8885-506DCAA2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89">
            <a:extLst xmlns:a="http://schemas.openxmlformats.org/drawingml/2006/main">
              <a:ext uri="{FF2B5EF4-FFF2-40B4-BE49-F238E27FC236}">
                <a16:creationId xmlns:a16="http://schemas.microsoft.com/office/drawing/2014/main" id="{42110677-448D-423F-8693-4462FB25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実装後は、別役のAIが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指摘と修正を往復する</a:t>
            </a:r>
          </a:p>
        </p:txBody>
      </p:sp>
      <p:sp>
        <p:nvSpPr>
          <p:cNvPr id="3" name="rule-0290">
            <a:extLst xmlns:a="http://schemas.openxmlformats.org/drawingml/2006/main">
              <a:ext uri="{FF2B5EF4-FFF2-40B4-BE49-F238E27FC236}">
                <a16:creationId xmlns:a16="http://schemas.microsoft.com/office/drawing/2014/main" id="{8DDDAEEC-09EA-4D53-AD0B-A32731C0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91">
            <a:extLst xmlns:a="http://schemas.openxmlformats.org/drawingml/2006/main">
              <a:ext uri="{FF2B5EF4-FFF2-40B4-BE49-F238E27FC236}">
                <a16:creationId xmlns:a16="http://schemas.microsoft.com/office/drawing/2014/main" id="{B19030F0-9C96-4E18-B1D9-1208A1F2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92">
            <a:extLst xmlns:a="http://schemas.openxmlformats.org/drawingml/2006/main">
              <a:ext uri="{FF2B5EF4-FFF2-40B4-BE49-F238E27FC236}">
                <a16:creationId xmlns:a16="http://schemas.microsoft.com/office/drawing/2014/main" id="{A204B31C-3B79-46A0-B8B5-D268F08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6" name="text-0293">
            <a:extLst xmlns:a="http://schemas.openxmlformats.org/drawingml/2006/main">
              <a:ext uri="{FF2B5EF4-FFF2-40B4-BE49-F238E27FC236}">
                <a16:creationId xmlns:a16="http://schemas.microsoft.com/office/drawing/2014/main" id="{C71E3F45-D385-4001-9EE4-43ADDA48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変更</a:t>
            </a:r>
          </a:p>
        </p:txBody>
      </p:sp>
      <p:sp>
        <p:nvSpPr>
          <p:cNvPr id="7" name="rule-0294">
            <a:extLst xmlns:a="http://schemas.openxmlformats.org/drawingml/2006/main">
              <a:ext uri="{FF2B5EF4-FFF2-40B4-BE49-F238E27FC236}">
                <a16:creationId xmlns:a16="http://schemas.microsoft.com/office/drawing/2014/main" id="{FE261E8C-C831-4AE3-86D2-C672B91B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37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295">
            <a:extLst xmlns:a="http://schemas.openxmlformats.org/drawingml/2006/main">
              <a:ext uri="{FF2B5EF4-FFF2-40B4-BE49-F238E27FC236}">
                <a16:creationId xmlns:a16="http://schemas.microsoft.com/office/drawing/2014/main" id="{10177D9E-2314-474B-B574-2E36304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git diff</a:t>
            </a:r>
          </a:p>
        </p:txBody>
      </p:sp>
      <p:sp>
        <p:nvSpPr>
          <p:cNvPr id="9" name="text-0296">
            <a:extLst xmlns:a="http://schemas.openxmlformats.org/drawingml/2006/main">
              <a:ext uri="{FF2B5EF4-FFF2-40B4-BE49-F238E27FC236}">
                <a16:creationId xmlns:a16="http://schemas.microsoft.com/office/drawing/2014/main" id="{6682FBB7-AB4C-4A67-B336-BFDAFBB9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0" name="text-0297">
            <a:extLst xmlns:a="http://schemas.openxmlformats.org/drawingml/2006/main">
              <a:ext uri="{FF2B5EF4-FFF2-40B4-BE49-F238E27FC236}">
                <a16:creationId xmlns:a16="http://schemas.microsoft.com/office/drawing/2014/main" id="{F73DF149-03D8-4DDE-9292-2295308E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レビュー</a:t>
            </a:r>
          </a:p>
        </p:txBody>
      </p:sp>
      <p:sp>
        <p:nvSpPr>
          <p:cNvPr id="11" name="rule-0298">
            <a:extLst xmlns:a="http://schemas.openxmlformats.org/drawingml/2006/main">
              <a:ext uri="{FF2B5EF4-FFF2-40B4-BE49-F238E27FC236}">
                <a16:creationId xmlns:a16="http://schemas.microsoft.com/office/drawing/2014/main" id="{7C0FFD05-8DE0-4DF1-A84D-80FE6DB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299">
            <a:extLst xmlns:a="http://schemas.openxmlformats.org/drawingml/2006/main">
              <a:ext uri="{FF2B5EF4-FFF2-40B4-BE49-F238E27FC236}">
                <a16:creationId xmlns:a16="http://schemas.microsoft.com/office/drawing/2014/main" id="{ECAC4932-8927-4313-AB8D-0623573E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C6268"/>
                </a:solidFill>
                <a:latin typeface="Consolas"/>
                <a:ea typeface="Consolas"/>
                <a:cs typeface="Consolas"/>
              </a:rPr>
              <a:t>unity-reviewer</a:t>
            </a:r>
          </a:p>
        </p:txBody>
      </p:sp>
      <p:sp>
        <p:nvSpPr>
          <p:cNvPr id="13" name="text-0300">
            <a:extLst xmlns:a="http://schemas.openxmlformats.org/drawingml/2006/main">
              <a:ext uri="{FF2B5EF4-FFF2-40B4-BE49-F238E27FC236}">
                <a16:creationId xmlns:a16="http://schemas.microsoft.com/office/drawing/2014/main" id="{4811EEA6-9947-44A4-9A21-45E91CC2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4" name="text-0301">
            <a:extLst xmlns:a="http://schemas.openxmlformats.org/drawingml/2006/main">
              <a:ext uri="{FF2B5EF4-FFF2-40B4-BE49-F238E27FC236}">
                <a16:creationId xmlns:a16="http://schemas.microsoft.com/office/drawing/2014/main" id="{BC6E01B8-09A3-4567-A196-4CA2C9D6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修正</a:t>
            </a:r>
          </a:p>
        </p:txBody>
      </p:sp>
      <p:sp>
        <p:nvSpPr>
          <p:cNvPr id="15" name="rule-0302">
            <a:extLst xmlns:a="http://schemas.openxmlformats.org/drawingml/2006/main">
              <a:ext uri="{FF2B5EF4-FFF2-40B4-BE49-F238E27FC236}">
                <a16:creationId xmlns:a16="http://schemas.microsoft.com/office/drawing/2014/main" id="{E1C4463E-67FF-4160-B139-6B71302D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303">
            <a:extLst xmlns:a="http://schemas.openxmlformats.org/drawingml/2006/main">
              <a:ext uri="{FF2B5EF4-FFF2-40B4-BE49-F238E27FC236}">
                <a16:creationId xmlns:a16="http://schemas.microsoft.com/office/drawing/2014/main" id="{8704461A-E3A6-4F5C-8AB7-CB2B2E6D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C6268"/>
                </a:solidFill>
                <a:latin typeface="Consolas"/>
                <a:ea typeface="Consolas"/>
                <a:cs typeface="Consolas"/>
              </a:rPr>
              <a:t>code-reviser</a:t>
            </a:r>
          </a:p>
        </p:txBody>
      </p:sp>
      <p:sp>
        <p:nvSpPr>
          <p:cNvPr id="17" name="text-0304">
            <a:extLst xmlns:a="http://schemas.openxmlformats.org/drawingml/2006/main">
              <a:ext uri="{FF2B5EF4-FFF2-40B4-BE49-F238E27FC236}">
                <a16:creationId xmlns:a16="http://schemas.microsoft.com/office/drawing/2014/main" id="{9197FB56-0F54-4AD4-9058-6D61FCAE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text-0305">
            <a:extLst xmlns:a="http://schemas.openxmlformats.org/drawingml/2006/main">
              <a:ext uri="{FF2B5EF4-FFF2-40B4-BE49-F238E27FC236}">
                <a16:creationId xmlns:a16="http://schemas.microsoft.com/office/drawing/2014/main" id="{4408BDCD-CF18-4300-976D-F1E30F9A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再レビュー</a:t>
            </a:r>
          </a:p>
        </p:txBody>
      </p:sp>
      <p:sp>
        <p:nvSpPr>
          <p:cNvPr id="19" name="rule-0306">
            <a:extLst xmlns:a="http://schemas.openxmlformats.org/drawingml/2006/main">
              <a:ext uri="{FF2B5EF4-FFF2-40B4-BE49-F238E27FC236}">
                <a16:creationId xmlns:a16="http://schemas.microsoft.com/office/drawing/2014/main" id="{8A750849-FB34-45E7-B523-05BFD89D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307">
            <a:extLst xmlns:a="http://schemas.openxmlformats.org/drawingml/2006/main">
              <a:ext uri="{FF2B5EF4-FFF2-40B4-BE49-F238E27FC236}">
                <a16:creationId xmlns:a16="http://schemas.microsoft.com/office/drawing/2014/main" id="{547B32D3-AF13-4DC3-913A-443BD58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最大3周</a:t>
            </a:r>
          </a:p>
        </p:txBody>
      </p:sp>
      <p:sp>
        <p:nvSpPr>
          <p:cNvPr id="21" name="text-0308">
            <a:extLst xmlns:a="http://schemas.openxmlformats.org/drawingml/2006/main">
              <a:ext uri="{FF2B5EF4-FFF2-40B4-BE49-F238E27FC236}">
                <a16:creationId xmlns:a16="http://schemas.microsoft.com/office/drawing/2014/main" id="{361EC51A-74E7-489A-B72D-BF274FD3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2" name="text-0309">
            <a:extLst xmlns:a="http://schemas.openxmlformats.org/drawingml/2006/main">
              <a:ext uri="{FF2B5EF4-FFF2-40B4-BE49-F238E27FC236}">
                <a16:creationId xmlns:a16="http://schemas.microsoft.com/office/drawing/2014/main" id="{06A48C0A-D202-4BD4-B9CD-E9C99CE7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526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第三者確認</a:t>
            </a:r>
          </a:p>
        </p:txBody>
      </p:sp>
      <p:sp>
        <p:nvSpPr>
          <p:cNvPr id="23" name="rule-0310">
            <a:extLst xmlns:a="http://schemas.openxmlformats.org/drawingml/2006/main">
              <a:ext uri="{FF2B5EF4-FFF2-40B4-BE49-F238E27FC236}">
                <a16:creationId xmlns:a16="http://schemas.microsoft.com/office/drawing/2014/main" id="{0A4952A6-B44E-4748-8EA6-10198937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311">
            <a:extLst xmlns:a="http://schemas.openxmlformats.org/drawingml/2006/main">
              <a:ext uri="{FF2B5EF4-FFF2-40B4-BE49-F238E27FC236}">
                <a16:creationId xmlns:a16="http://schemas.microsoft.com/office/drawing/2014/main" id="{B75286E1-8FC2-4D5A-B79B-CD6306F3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C6268"/>
                </a:solidFill>
                <a:latin typeface="Consolas"/>
                <a:ea typeface="Consolas"/>
                <a:cs typeface="Consolas"/>
              </a:rPr>
              <a:t>Codex read-only</a:t>
            </a:r>
          </a:p>
        </p:txBody>
      </p:sp>
      <p:sp>
        <p:nvSpPr>
          <p:cNvPr id="25" name="shape-0312">
            <a:extLst xmlns:a="http://schemas.openxmlformats.org/drawingml/2006/main">
              <a:ext uri="{FF2B5EF4-FFF2-40B4-BE49-F238E27FC236}">
                <a16:creationId xmlns:a16="http://schemas.microsoft.com/office/drawing/2014/main" id="{665AEEF1-46FC-444C-8B3D-6A0957D7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0439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313">
            <a:extLst xmlns:a="http://schemas.openxmlformats.org/drawingml/2006/main">
              <a:ext uri="{FF2B5EF4-FFF2-40B4-BE49-F238E27FC236}">
                <a16:creationId xmlns:a16="http://schemas.microsoft.com/office/drawing/2014/main" id="{E4B56AD8-CE46-4A37-B507-9C38A143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Codexは `--sandbox read-only` で、null・境界値・規約違反を別モデル視点から確認する。</a:t>
            </a:r>
          </a:p>
        </p:txBody>
      </p:sp>
      <p:sp>
        <p:nvSpPr>
          <p:cNvPr id="27" name="text-0314">
            <a:extLst xmlns:a="http://schemas.openxmlformats.org/drawingml/2006/main">
              <a:ext uri="{FF2B5EF4-FFF2-40B4-BE49-F238E27FC236}">
                <a16:creationId xmlns:a16="http://schemas.microsoft.com/office/drawing/2014/main" id="{B5064901-9EB3-42C6-83B8-FAF761D5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最後の採否・見た目・コミットは人が握る。</a:t>
            </a:r>
          </a:p>
        </p:txBody>
      </p:sp>
    </p:spTree>
    <p:extLst>
      <p:ext uri="{BB962C8B-B14F-4D97-AF65-F5344CB8AC3E}">
        <p14:creationId xmlns:p14="http://schemas.microsoft.com/office/powerpoint/2010/main" val="4073070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15">
            <a:extLst xmlns:a="http://schemas.openxmlformats.org/drawingml/2006/main">
              <a:ext uri="{FF2B5EF4-FFF2-40B4-BE49-F238E27FC236}">
                <a16:creationId xmlns:a16="http://schemas.microsoft.com/office/drawing/2014/main" id="{57001C0C-5BA3-45EA-8BCE-30C662DA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16">
            <a:extLst xmlns:a="http://schemas.openxmlformats.org/drawingml/2006/main">
              <a:ext uri="{FF2B5EF4-FFF2-40B4-BE49-F238E27FC236}">
                <a16:creationId xmlns:a16="http://schemas.microsoft.com/office/drawing/2014/main" id="{D67148B0-638F-4736-994C-AC8C78D2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違いは、AIの使用量ではなく、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工程として固定したこと</a:t>
            </a:r>
          </a:p>
        </p:txBody>
      </p:sp>
      <p:sp>
        <p:nvSpPr>
          <p:cNvPr id="3" name="rule-0317">
            <a:extLst xmlns:a="http://schemas.openxmlformats.org/drawingml/2006/main">
              <a:ext uri="{FF2B5EF4-FFF2-40B4-BE49-F238E27FC236}">
                <a16:creationId xmlns:a16="http://schemas.microsoft.com/office/drawing/2014/main" id="{E8F125F7-1666-49DE-903E-64945805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18">
            <a:extLst xmlns:a="http://schemas.openxmlformats.org/drawingml/2006/main">
              <a:ext uri="{FF2B5EF4-FFF2-40B4-BE49-F238E27FC236}">
                <a16:creationId xmlns:a16="http://schemas.microsoft.com/office/drawing/2014/main" id="{9D29753D-0792-4E8D-8F27-901F96A0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19">
            <a:extLst xmlns:a="http://schemas.openxmlformats.org/drawingml/2006/main">
              <a:ext uri="{FF2B5EF4-FFF2-40B4-BE49-F238E27FC236}">
                <a16:creationId xmlns:a16="http://schemas.microsoft.com/office/drawing/2014/main" id="{26A8D296-9AB1-4976-A626-1A71AE85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6" name="text-0320">
            <a:extLst xmlns:a="http://schemas.openxmlformats.org/drawingml/2006/main">
              <a:ext uri="{FF2B5EF4-FFF2-40B4-BE49-F238E27FC236}">
                <a16:creationId xmlns:a16="http://schemas.microsoft.com/office/drawing/2014/main" id="{3C615B52-5491-47D6-B432-4DE4226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一般的な単発利用</a:t>
            </a:r>
          </a:p>
        </p:txBody>
      </p:sp>
      <p:sp>
        <p:nvSpPr>
          <p:cNvPr id="7" name="text-0321">
            <a:extLst xmlns:a="http://schemas.openxmlformats.org/drawingml/2006/main">
              <a:ext uri="{FF2B5EF4-FFF2-40B4-BE49-F238E27FC236}">
                <a16:creationId xmlns:a16="http://schemas.microsoft.com/office/drawing/2014/main" id="{2F8872A5-3D49-4340-95FC-3C369D9A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質問する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出力を貼る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会話が切れる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確認は人の記憶に頼る</a:t>
            </a:r>
          </a:p>
        </p:txBody>
      </p:sp>
      <p:sp>
        <p:nvSpPr>
          <p:cNvPr id="8" name="rule-0322">
            <a:extLst xmlns:a="http://schemas.openxmlformats.org/drawingml/2006/main">
              <a:ext uri="{FF2B5EF4-FFF2-40B4-BE49-F238E27FC236}">
                <a16:creationId xmlns:a16="http://schemas.microsoft.com/office/drawing/2014/main" id="{5F170501-A4D6-43CE-AE56-FEEBB7D1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47850"/>
            <a:ext cx="19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323">
            <a:extLst xmlns:a="http://schemas.openxmlformats.org/drawingml/2006/main">
              <a:ext uri="{FF2B5EF4-FFF2-40B4-BE49-F238E27FC236}">
                <a16:creationId xmlns:a16="http://schemas.microsoft.com/office/drawing/2014/main" id="{2E710817-C46C-4104-82FA-AC2E4FB6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このプロジェクト</a:t>
            </a:r>
          </a:p>
        </p:txBody>
      </p:sp>
      <p:sp>
        <p:nvSpPr>
          <p:cNvPr id="10" name="text-0324">
            <a:extLst xmlns:a="http://schemas.openxmlformats.org/drawingml/2006/main">
              <a:ext uri="{FF2B5EF4-FFF2-40B4-BE49-F238E27FC236}">
                <a16:creationId xmlns:a16="http://schemas.microsoft.com/office/drawing/2014/main" id="{D7FDB1A0-CC92-4DF2-826D-6457888A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役割をAgentに分ける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手順をSkillに残す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EditorをMCPで操作する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HookとReviewで確認する</a:t>
            </a:r>
          </a:p>
        </p:txBody>
      </p:sp>
      <p:sp>
        <p:nvSpPr>
          <p:cNvPr id="11" name="text-0325">
            <a:extLst xmlns:a="http://schemas.openxmlformats.org/drawingml/2006/main">
              <a:ext uri="{FF2B5EF4-FFF2-40B4-BE49-F238E27FC236}">
                <a16:creationId xmlns:a16="http://schemas.microsoft.com/office/drawing/2014/main" id="{B79AA440-0EA3-495C-A27C-1CC8629E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「AIに作らせた」ではなく、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誰が・何を・どう確かめるかを設計した。</a:t>
            </a:r>
          </a:p>
        </p:txBody>
      </p:sp>
    </p:spTree>
    <p:extLst>
      <p:ext uri="{BB962C8B-B14F-4D97-AF65-F5344CB8AC3E}">
        <p14:creationId xmlns:p14="http://schemas.microsoft.com/office/powerpoint/2010/main" val="10460161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26">
            <a:extLst xmlns:a="http://schemas.openxmlformats.org/drawingml/2006/main">
              <a:ext uri="{FF2B5EF4-FFF2-40B4-BE49-F238E27FC236}">
                <a16:creationId xmlns:a16="http://schemas.microsoft.com/office/drawing/2014/main" id="{682ACC15-D9AD-4709-A4EE-866C647C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27">
            <a:extLst xmlns:a="http://schemas.openxmlformats.org/drawingml/2006/main">
              <a:ext uri="{FF2B5EF4-FFF2-40B4-BE49-F238E27FC236}">
                <a16:creationId xmlns:a16="http://schemas.microsoft.com/office/drawing/2014/main" id="{A7F56EC1-D45B-4E30-88F0-FB178C0A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評価は、ゲームと制作基盤を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別々に測る</a:t>
            </a:r>
          </a:p>
        </p:txBody>
      </p:sp>
      <p:sp>
        <p:nvSpPr>
          <p:cNvPr id="3" name="rule-0328">
            <a:extLst xmlns:a="http://schemas.openxmlformats.org/drawingml/2006/main">
              <a:ext uri="{FF2B5EF4-FFF2-40B4-BE49-F238E27FC236}">
                <a16:creationId xmlns:a16="http://schemas.microsoft.com/office/drawing/2014/main" id="{67907D28-7937-418E-86F3-9110CC13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29">
            <a:extLst xmlns:a="http://schemas.openxmlformats.org/drawingml/2006/main">
              <a:ext uri="{FF2B5EF4-FFF2-40B4-BE49-F238E27FC236}">
                <a16:creationId xmlns:a16="http://schemas.microsoft.com/office/drawing/2014/main" id="{EC73EE61-A1D2-4486-B58A-F36194B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30">
            <a:extLst xmlns:a="http://schemas.openxmlformats.org/drawingml/2006/main">
              <a:ext uri="{FF2B5EF4-FFF2-40B4-BE49-F238E27FC236}">
                <a16:creationId xmlns:a16="http://schemas.microsoft.com/office/drawing/2014/main" id="{E276BAE1-DA7C-4FD9-9033-EB56E608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6" name="text-0331">
            <a:extLst xmlns:a="http://schemas.openxmlformats.org/drawingml/2006/main">
              <a:ext uri="{FF2B5EF4-FFF2-40B4-BE49-F238E27FC236}">
                <a16:creationId xmlns:a16="http://schemas.microsoft.com/office/drawing/2014/main" id="{C08148C2-B575-4FC1-B14F-3CB118A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ゲーム</a:t>
            </a:r>
          </a:p>
        </p:txBody>
      </p:sp>
      <p:sp>
        <p:nvSpPr>
          <p:cNvPr id="7" name="shape-0332">
            <a:extLst xmlns:a="http://schemas.openxmlformats.org/drawingml/2006/main">
              <a:ext uri="{FF2B5EF4-FFF2-40B4-BE49-F238E27FC236}">
                <a16:creationId xmlns:a16="http://schemas.microsoft.com/office/drawing/2014/main" id="{76389F8B-B57B-4968-9042-2DA8B66F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333">
            <a:extLst xmlns:a="http://schemas.openxmlformats.org/drawingml/2006/main">
              <a:ext uri="{FF2B5EF4-FFF2-40B4-BE49-F238E27FC236}">
                <a16:creationId xmlns:a16="http://schemas.microsoft.com/office/drawing/2014/main" id="{C2766EAC-C44E-42B9-9680-9EA51A8D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10秒で目的を説明できるか</a:t>
            </a:r>
          </a:p>
        </p:txBody>
      </p:sp>
      <p:sp>
        <p:nvSpPr>
          <p:cNvPr id="9" name="shape-0334">
            <a:extLst xmlns:a="http://schemas.openxmlformats.org/drawingml/2006/main">
              <a:ext uri="{FF2B5EF4-FFF2-40B4-BE49-F238E27FC236}">
                <a16:creationId xmlns:a16="http://schemas.microsoft.com/office/drawing/2014/main" id="{0C7F60A8-D30E-427C-96A8-BC847A49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335">
            <a:extLst xmlns:a="http://schemas.openxmlformats.org/drawingml/2006/main">
              <a:ext uri="{FF2B5EF4-FFF2-40B4-BE49-F238E27FC236}">
                <a16:creationId xmlns:a16="http://schemas.microsoft.com/office/drawing/2014/main" id="{171558EC-0483-4DD5-9A06-F29F48E9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最初の30秒で衝突が起きるか</a:t>
            </a:r>
          </a:p>
        </p:txBody>
      </p:sp>
      <p:sp>
        <p:nvSpPr>
          <p:cNvPr id="11" name="shape-0336">
            <a:extLst xmlns:a="http://schemas.openxmlformats.org/drawingml/2006/main">
              <a:ext uri="{FF2B5EF4-FFF2-40B4-BE49-F238E27FC236}">
                <a16:creationId xmlns:a16="http://schemas.microsoft.com/office/drawing/2014/main" id="{CE544AD8-A18B-4B96-9776-1982A30E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337">
            <a:extLst xmlns:a="http://schemas.openxmlformats.org/drawingml/2006/main">
              <a:ext uri="{FF2B5EF4-FFF2-40B4-BE49-F238E27FC236}">
                <a16:creationId xmlns:a16="http://schemas.microsoft.com/office/drawing/2014/main" id="{251A97FB-0A8D-4874-AD39-44956615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スキルの違いを言葉にできるか</a:t>
            </a:r>
          </a:p>
        </p:txBody>
      </p:sp>
      <p:sp>
        <p:nvSpPr>
          <p:cNvPr id="13" name="shape-0338">
            <a:extLst xmlns:a="http://schemas.openxmlformats.org/drawingml/2006/main">
              <a:ext uri="{FF2B5EF4-FFF2-40B4-BE49-F238E27FC236}">
                <a16:creationId xmlns:a16="http://schemas.microsoft.com/office/drawing/2014/main" id="{9DD0F5E1-4282-4F63-B8A1-00C3CB63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339">
            <a:extLst xmlns:a="http://schemas.openxmlformats.org/drawingml/2006/main">
              <a:ext uri="{FF2B5EF4-FFF2-40B4-BE49-F238E27FC236}">
                <a16:creationId xmlns:a16="http://schemas.microsoft.com/office/drawing/2014/main" id="{0C578743-03E9-4551-95B4-E031E081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KOと復帰を納得できるか</a:t>
            </a:r>
          </a:p>
        </p:txBody>
      </p:sp>
      <p:sp>
        <p:nvSpPr>
          <p:cNvPr id="15" name="shape-0340">
            <a:extLst xmlns:a="http://schemas.openxmlformats.org/drawingml/2006/main">
              <a:ext uri="{FF2B5EF4-FFF2-40B4-BE49-F238E27FC236}">
                <a16:creationId xmlns:a16="http://schemas.microsoft.com/office/drawing/2014/main" id="{125CE9D8-C5F5-4D0B-9D4D-C3ED58A9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341">
            <a:extLst xmlns:a="http://schemas.openxmlformats.org/drawingml/2006/main">
              <a:ext uri="{FF2B5EF4-FFF2-40B4-BE49-F238E27FC236}">
                <a16:creationId xmlns:a16="http://schemas.microsoft.com/office/drawing/2014/main" id="{B2D5BB9B-30FD-4FDA-AB2F-3DDD42F7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もう一度遊びたいか</a:t>
            </a:r>
          </a:p>
        </p:txBody>
      </p:sp>
      <p:sp>
        <p:nvSpPr>
          <p:cNvPr id="17" name="rule-0342">
            <a:extLst xmlns:a="http://schemas.openxmlformats.org/drawingml/2006/main">
              <a:ext uri="{FF2B5EF4-FFF2-40B4-BE49-F238E27FC236}">
                <a16:creationId xmlns:a16="http://schemas.microsoft.com/office/drawing/2014/main" id="{DA04A9A4-A08D-4BD6-A641-94CDFAB5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343">
            <a:extLst xmlns:a="http://schemas.openxmlformats.org/drawingml/2006/main">
              <a:ext uri="{FF2B5EF4-FFF2-40B4-BE49-F238E27FC236}">
                <a16:creationId xmlns:a16="http://schemas.microsoft.com/office/drawing/2014/main" id="{CE948160-8DAC-42C0-9517-803A18E9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AI制作基盤</a:t>
            </a:r>
          </a:p>
        </p:txBody>
      </p:sp>
      <p:sp>
        <p:nvSpPr>
          <p:cNvPr id="19" name="shape-0344">
            <a:extLst xmlns:a="http://schemas.openxmlformats.org/drawingml/2006/main">
              <a:ext uri="{FF2B5EF4-FFF2-40B4-BE49-F238E27FC236}">
                <a16:creationId xmlns:a16="http://schemas.microsoft.com/office/drawing/2014/main" id="{A639ABA0-B5B1-456F-8807-5012484E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345">
            <a:extLst xmlns:a="http://schemas.openxmlformats.org/drawingml/2006/main">
              <a:ext uri="{FF2B5EF4-FFF2-40B4-BE49-F238E27FC236}">
                <a16:creationId xmlns:a16="http://schemas.microsoft.com/office/drawing/2014/main" id="{2AD3CEAF-AED0-495F-8111-D3F67033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146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指示からEditor上の結果までの時間</a:t>
            </a:r>
          </a:p>
        </p:txBody>
      </p:sp>
      <p:sp>
        <p:nvSpPr>
          <p:cNvPr id="21" name="shape-0346">
            <a:extLst xmlns:a="http://schemas.openxmlformats.org/drawingml/2006/main">
              <a:ext uri="{FF2B5EF4-FFF2-40B4-BE49-F238E27FC236}">
                <a16:creationId xmlns:a16="http://schemas.microsoft.com/office/drawing/2014/main" id="{1154BF01-9830-487A-B383-BEF5923B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347">
            <a:extLst xmlns:a="http://schemas.openxmlformats.org/drawingml/2006/main">
              <a:ext uri="{FF2B5EF4-FFF2-40B4-BE49-F238E27FC236}">
                <a16:creationId xmlns:a16="http://schemas.microsoft.com/office/drawing/2014/main" id="{4D64C3D2-7947-4A0F-8D62-6F255A8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別セッションで再開できるか</a:t>
            </a:r>
          </a:p>
        </p:txBody>
      </p:sp>
      <p:sp>
        <p:nvSpPr>
          <p:cNvPr id="23" name="shape-0348">
            <a:extLst xmlns:a="http://schemas.openxmlformats.org/drawingml/2006/main">
              <a:ext uri="{FF2B5EF4-FFF2-40B4-BE49-F238E27FC236}">
                <a16:creationId xmlns:a16="http://schemas.microsoft.com/office/drawing/2014/main" id="{79852868-79F6-4EFB-AFB1-E2BD248C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349">
            <a:extLst xmlns:a="http://schemas.openxmlformats.org/drawingml/2006/main">
              <a:ext uri="{FF2B5EF4-FFF2-40B4-BE49-F238E27FC236}">
                <a16:creationId xmlns:a16="http://schemas.microsoft.com/office/drawing/2014/main" id="{DF74F31F-C3C7-442C-A540-68E503C4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レビューで何件の問題を拾ったか</a:t>
            </a:r>
          </a:p>
        </p:txBody>
      </p:sp>
      <p:sp>
        <p:nvSpPr>
          <p:cNvPr id="25" name="shape-0350">
            <a:extLst xmlns:a="http://schemas.openxmlformats.org/drawingml/2006/main">
              <a:ext uri="{FF2B5EF4-FFF2-40B4-BE49-F238E27FC236}">
                <a16:creationId xmlns:a16="http://schemas.microsoft.com/office/drawing/2014/main" id="{52E16434-3E68-42E0-BEB0-8A1801C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351">
            <a:extLst xmlns:a="http://schemas.openxmlformats.org/drawingml/2006/main">
              <a:ext uri="{FF2B5EF4-FFF2-40B4-BE49-F238E27FC236}">
                <a16:creationId xmlns:a16="http://schemas.microsoft.com/office/drawing/2014/main" id="{EFFEE11F-81C5-449F-B4F5-E82FEC48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AI同士の衝突で手戻りした回数</a:t>
            </a:r>
          </a:p>
        </p:txBody>
      </p:sp>
      <p:sp>
        <p:nvSpPr>
          <p:cNvPr id="27" name="shape-0352">
            <a:extLst xmlns:a="http://schemas.openxmlformats.org/drawingml/2006/main">
              <a:ext uri="{FF2B5EF4-FFF2-40B4-BE49-F238E27FC236}">
                <a16:creationId xmlns:a16="http://schemas.microsoft.com/office/drawing/2014/main" id="{CE36A38E-F367-4BF1-8405-C58A59AB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0353">
            <a:extLst xmlns:a="http://schemas.openxmlformats.org/drawingml/2006/main">
              <a:ext uri="{FF2B5EF4-FFF2-40B4-BE49-F238E27FC236}">
                <a16:creationId xmlns:a16="http://schemas.microsoft.com/office/drawing/2014/main" id="{0EC9BCED-D108-44B8-8D37-7529AD1E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人が判断した箇所を記録できたか</a:t>
            </a:r>
          </a:p>
        </p:txBody>
      </p:sp>
      <p:sp>
        <p:nvSpPr>
          <p:cNvPr id="29" name="shape-0354">
            <a:extLst xmlns:a="http://schemas.openxmlformats.org/drawingml/2006/main">
              <a:ext uri="{FF2B5EF4-FFF2-40B4-BE49-F238E27FC236}">
                <a16:creationId xmlns:a16="http://schemas.microsoft.com/office/drawing/2014/main" id="{C8BA41FB-C10E-474B-B970-A69CAF55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49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0355">
            <a:extLst xmlns:a="http://schemas.openxmlformats.org/drawingml/2006/main">
              <a:ext uri="{FF2B5EF4-FFF2-40B4-BE49-F238E27FC236}">
                <a16:creationId xmlns:a16="http://schemas.microsoft.com/office/drawing/2014/main" id="{4D06283B-9FCF-4937-AF92-A0D233ED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003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現時点は評価計画。結果はプレイテストと作業ログ取得後に追記する。</a:t>
            </a:r>
          </a:p>
        </p:txBody>
      </p:sp>
    </p:spTree>
    <p:extLst>
      <p:ext uri="{BB962C8B-B14F-4D97-AF65-F5344CB8AC3E}">
        <p14:creationId xmlns:p14="http://schemas.microsoft.com/office/powerpoint/2010/main" val="14719797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56">
            <a:extLst xmlns:a="http://schemas.openxmlformats.org/drawingml/2006/main">
              <a:ext uri="{FF2B5EF4-FFF2-40B4-BE49-F238E27FC236}">
                <a16:creationId xmlns:a16="http://schemas.microsoft.com/office/drawing/2014/main" id="{72BB0DCD-061D-49AB-9BDE-2A0981D8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57">
            <a:extLst xmlns:a="http://schemas.openxmlformats.org/drawingml/2006/main">
              <a:ext uri="{FF2B5EF4-FFF2-40B4-BE49-F238E27FC236}">
                <a16:creationId xmlns:a16="http://schemas.microsoft.com/office/drawing/2014/main" id="{1741E4D2-5FCF-446C-8F2A-CDF1BEC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後半は、7月に一試合を成立させ、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8月末で機能を止める</a:t>
            </a:r>
          </a:p>
        </p:txBody>
      </p:sp>
      <p:sp>
        <p:nvSpPr>
          <p:cNvPr id="3" name="rule-0358">
            <a:extLst xmlns:a="http://schemas.openxmlformats.org/drawingml/2006/main">
              <a:ext uri="{FF2B5EF4-FFF2-40B4-BE49-F238E27FC236}">
                <a16:creationId xmlns:a16="http://schemas.microsoft.com/office/drawing/2014/main" id="{79257B31-B54D-4AFB-AD70-BEB7670B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59">
            <a:extLst xmlns:a="http://schemas.openxmlformats.org/drawingml/2006/main">
              <a:ext uri="{FF2B5EF4-FFF2-40B4-BE49-F238E27FC236}">
                <a16:creationId xmlns:a16="http://schemas.microsoft.com/office/drawing/2014/main" id="{1597D92E-7121-46B6-B009-1441C795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60">
            <a:extLst xmlns:a="http://schemas.openxmlformats.org/drawingml/2006/main">
              <a:ext uri="{FF2B5EF4-FFF2-40B4-BE49-F238E27FC236}">
                <a16:creationId xmlns:a16="http://schemas.microsoft.com/office/drawing/2014/main" id="{4012943F-E9AB-4652-A3C7-F72DEB31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6" name="rule-0361">
            <a:extLst xmlns:a="http://schemas.openxmlformats.org/drawingml/2006/main">
              <a:ext uri="{FF2B5EF4-FFF2-40B4-BE49-F238E27FC236}">
                <a16:creationId xmlns:a16="http://schemas.microsoft.com/office/drawing/2014/main" id="{CE06C214-CB0E-446F-BF81-2D26AA55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90700"/>
            <a:ext cx="190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-0362">
            <a:extLst xmlns:a="http://schemas.openxmlformats.org/drawingml/2006/main">
              <a:ext uri="{FF2B5EF4-FFF2-40B4-BE49-F238E27FC236}">
                <a16:creationId xmlns:a16="http://schemas.microsoft.com/office/drawing/2014/main" id="{135EAC40-7F9A-4E0B-85AF-5AF102DC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190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363">
            <a:extLst xmlns:a="http://schemas.openxmlformats.org/drawingml/2006/main">
              <a:ext uri="{FF2B5EF4-FFF2-40B4-BE49-F238E27FC236}">
                <a16:creationId xmlns:a16="http://schemas.microsoft.com/office/drawing/2014/main" id="{330BCA53-FEDF-4DD4-9570-4C7D80DC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C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0A6CE"/>
                </a:solidFill>
                <a:latin typeface="Consolas"/>
                <a:ea typeface="Consolas"/>
                <a:cs typeface="Consolas"/>
              </a:rPr>
              <a:t>M4  /  7月14–31日</a:t>
            </a:r>
          </a:p>
        </p:txBody>
      </p:sp>
      <p:sp>
        <p:nvSpPr>
          <p:cNvPr id="9" name="text-0364">
            <a:extLst xmlns:a="http://schemas.openxmlformats.org/drawingml/2006/main">
              <a:ext uri="{FF2B5EF4-FFF2-40B4-BE49-F238E27FC236}">
                <a16:creationId xmlns:a16="http://schemas.microsoft.com/office/drawing/2014/main" id="{F325C149-D59E-418D-BADB-731114FC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一試合を成立</a:t>
            </a:r>
          </a:p>
        </p:txBody>
      </p:sp>
      <p:sp>
        <p:nvSpPr>
          <p:cNvPr id="10" name="shape-0365">
            <a:extLst xmlns:a="http://schemas.openxmlformats.org/drawingml/2006/main">
              <a:ext uri="{FF2B5EF4-FFF2-40B4-BE49-F238E27FC236}">
                <a16:creationId xmlns:a16="http://schemas.microsoft.com/office/drawing/2014/main" id="{CAAF8928-E7A3-4DC4-8408-45D8CC5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366">
            <a:extLst xmlns:a="http://schemas.openxmlformats.org/drawingml/2006/main">
              <a:ext uri="{FF2B5EF4-FFF2-40B4-BE49-F238E27FC236}">
                <a16:creationId xmlns:a16="http://schemas.microsoft.com/office/drawing/2014/main" id="{0949EE36-A7F1-4894-91C0-0B0FDB20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Game Viewと共有カメラを確定</a:t>
            </a:r>
          </a:p>
        </p:txBody>
      </p:sp>
      <p:sp>
        <p:nvSpPr>
          <p:cNvPr id="12" name="shape-0367">
            <a:extLst xmlns:a="http://schemas.openxmlformats.org/drawingml/2006/main">
              <a:ext uri="{FF2B5EF4-FFF2-40B4-BE49-F238E27FC236}">
                <a16:creationId xmlns:a16="http://schemas.microsoft.com/office/drawing/2014/main" id="{6AA82F29-955A-4ED6-8D58-246C5D10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368">
            <a:extLst xmlns:a="http://schemas.openxmlformats.org/drawingml/2006/main">
              <a:ext uri="{FF2B5EF4-FFF2-40B4-BE49-F238E27FC236}">
                <a16:creationId xmlns:a16="http://schemas.microsoft.com/office/drawing/2014/main" id="{821F717E-6D0B-4734-8B64-69A6F7FA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Enhanced Inputへ一本化</a:t>
            </a:r>
          </a:p>
        </p:txBody>
      </p:sp>
      <p:sp>
        <p:nvSpPr>
          <p:cNvPr id="14" name="shape-0369">
            <a:extLst xmlns:a="http://schemas.openxmlformats.org/drawingml/2006/main">
              <a:ext uri="{FF2B5EF4-FFF2-40B4-BE49-F238E27FC236}">
                <a16:creationId xmlns:a16="http://schemas.microsoft.com/office/drawing/2014/main" id="{46C29EF0-2280-4C70-B83C-85AB2E2F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370">
            <a:extLst xmlns:a="http://schemas.openxmlformats.org/drawingml/2006/main">
              <a:ext uri="{FF2B5EF4-FFF2-40B4-BE49-F238E27FC236}">
                <a16:creationId xmlns:a16="http://schemas.microsoft.com/office/drawing/2014/main" id="{0FD13B30-8DDD-4878-A92E-525C530F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2人操作 / KO・復帰 / 90秒</a:t>
            </a:r>
          </a:p>
        </p:txBody>
      </p:sp>
      <p:sp>
        <p:nvSpPr>
          <p:cNvPr id="16" name="text-0371">
            <a:extLst xmlns:a="http://schemas.openxmlformats.org/drawingml/2006/main">
              <a:ext uri="{FF2B5EF4-FFF2-40B4-BE49-F238E27FC236}">
                <a16:creationId xmlns:a16="http://schemas.microsoft.com/office/drawing/2014/main" id="{3CA05BEE-B1BC-462B-88AA-B767B5E7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完了判定</a:t>
            </a:r>
          </a:p>
        </p:txBody>
      </p:sp>
      <p:sp>
        <p:nvSpPr>
          <p:cNvPr id="17" name="text-0372">
            <a:extLst xmlns:a="http://schemas.openxmlformats.org/drawingml/2006/main">
              <a:ext uri="{FF2B5EF4-FFF2-40B4-BE49-F238E27FC236}">
                <a16:creationId xmlns:a16="http://schemas.microsoft.com/office/drawing/2014/main" id="{41E55A16-DE61-48EC-875D-04B0958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二人が1試合を完走</a:t>
            </a:r>
          </a:p>
        </p:txBody>
      </p:sp>
      <p:sp>
        <p:nvSpPr>
          <p:cNvPr id="18" name="text-0373">
            <a:extLst xmlns:a="http://schemas.openxmlformats.org/drawingml/2006/main">
              <a:ext uri="{FF2B5EF4-FFF2-40B4-BE49-F238E27FC236}">
                <a16:creationId xmlns:a16="http://schemas.microsoft.com/office/drawing/2014/main" id="{C4769CE8-C12A-45DE-8024-4AC52AC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40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4B400"/>
                </a:solidFill>
                <a:latin typeface="Consolas"/>
                <a:ea typeface="Consolas"/>
                <a:cs typeface="Consolas"/>
              </a:rPr>
              <a:t>M5  /  8月1–31日</a:t>
            </a:r>
          </a:p>
        </p:txBody>
      </p:sp>
      <p:sp>
        <p:nvSpPr>
          <p:cNvPr id="19" name="text-0374">
            <a:extLst xmlns:a="http://schemas.openxmlformats.org/drawingml/2006/main">
              <a:ext uri="{FF2B5EF4-FFF2-40B4-BE49-F238E27FC236}">
                <a16:creationId xmlns:a16="http://schemas.microsoft.com/office/drawing/2014/main" id="{F08AD6B4-B756-4984-B1BA-6513C626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14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選択を増やして測る</a:t>
            </a:r>
          </a:p>
        </p:txBody>
      </p:sp>
      <p:sp>
        <p:nvSpPr>
          <p:cNvPr id="20" name="shape-0375">
            <a:extLst xmlns:a="http://schemas.openxmlformats.org/drawingml/2006/main">
              <a:ext uri="{FF2B5EF4-FFF2-40B4-BE49-F238E27FC236}">
                <a16:creationId xmlns:a16="http://schemas.microsoft.com/office/drawing/2014/main" id="{A859C64F-C53D-4E92-889A-EDB691B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90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376">
            <a:extLst xmlns:a="http://schemas.openxmlformats.org/drawingml/2006/main">
              <a:ext uri="{FF2B5EF4-FFF2-40B4-BE49-F238E27FC236}">
                <a16:creationId xmlns:a16="http://schemas.microsoft.com/office/drawing/2014/main" id="{4ADCE4E0-A993-4986-BF89-3042B187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3系統の代表スキルを接続</a:t>
            </a:r>
          </a:p>
        </p:txBody>
      </p:sp>
      <p:sp>
        <p:nvSpPr>
          <p:cNvPr id="22" name="shape-0377">
            <a:extLst xmlns:a="http://schemas.openxmlformats.org/drawingml/2006/main">
              <a:ext uri="{FF2B5EF4-FFF2-40B4-BE49-F238E27FC236}">
                <a16:creationId xmlns:a16="http://schemas.microsoft.com/office/drawing/2014/main" id="{55D0697E-9724-41F6-922B-EE2702AE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378">
            <a:extLst xmlns:a="http://schemas.openxmlformats.org/drawingml/2006/main">
              <a:ext uri="{FF2B5EF4-FFF2-40B4-BE49-F238E27FC236}">
                <a16:creationId xmlns:a16="http://schemas.microsoft.com/office/drawing/2014/main" id="{5D4CBCCB-AA2C-43FE-9487-F1AD7CDA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ドラフトUIと衝突演出</a:t>
            </a:r>
          </a:p>
        </p:txBody>
      </p:sp>
      <p:sp>
        <p:nvSpPr>
          <p:cNvPr id="24" name="shape-0379">
            <a:extLst xmlns:a="http://schemas.openxmlformats.org/drawingml/2006/main">
              <a:ext uri="{FF2B5EF4-FFF2-40B4-BE49-F238E27FC236}">
                <a16:creationId xmlns:a16="http://schemas.microsoft.com/office/drawing/2014/main" id="{6863EFE5-BCCA-4BD8-9F96-5ABF27A7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29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380">
            <a:extLst xmlns:a="http://schemas.openxmlformats.org/drawingml/2006/main">
              <a:ext uri="{FF2B5EF4-FFF2-40B4-BE49-F238E27FC236}">
                <a16:creationId xmlns:a16="http://schemas.microsoft.com/office/drawing/2014/main" id="{CED0E1A7-CBE9-40E8-AFF8-C424A2C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危険地帯 / 初回外部テスト</a:t>
            </a:r>
          </a:p>
        </p:txBody>
      </p:sp>
      <p:sp>
        <p:nvSpPr>
          <p:cNvPr id="26" name="text-0381">
            <a:extLst xmlns:a="http://schemas.openxmlformats.org/drawingml/2006/main">
              <a:ext uri="{FF2B5EF4-FFF2-40B4-BE49-F238E27FC236}">
                <a16:creationId xmlns:a16="http://schemas.microsoft.com/office/drawing/2014/main" id="{B7453C37-F220-4335-83DA-779A5605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完了判定</a:t>
            </a:r>
          </a:p>
        </p:txBody>
      </p:sp>
      <p:sp>
        <p:nvSpPr>
          <p:cNvPr id="27" name="text-0382">
            <a:extLst xmlns:a="http://schemas.openxmlformats.org/drawingml/2006/main">
              <a:ext uri="{FF2B5EF4-FFF2-40B4-BE49-F238E27FC236}">
                <a16:creationId xmlns:a16="http://schemas.microsoft.com/office/drawing/2014/main" id="{EFFD08EE-57A3-41C8-85C4-9980E6F6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38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初見が目的と差を説明</a:t>
            </a:r>
          </a:p>
        </p:txBody>
      </p:sp>
      <p:sp>
        <p:nvSpPr>
          <p:cNvPr id="28" name="text-0383">
            <a:extLst xmlns:a="http://schemas.openxmlformats.org/drawingml/2006/main">
              <a:ext uri="{FF2B5EF4-FFF2-40B4-BE49-F238E27FC236}">
                <a16:creationId xmlns:a16="http://schemas.microsoft.com/office/drawing/2014/main" id="{DF174E25-4AC8-414F-99E1-25021AAA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A85A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8A85A"/>
                </a:solidFill>
                <a:latin typeface="Consolas"/>
                <a:ea typeface="Consolas"/>
                <a:cs typeface="Consolas"/>
              </a:rPr>
              <a:t>M6  /  9月1–30日</a:t>
            </a:r>
          </a:p>
        </p:txBody>
      </p:sp>
      <p:sp>
        <p:nvSpPr>
          <p:cNvPr id="29" name="text-0384">
            <a:extLst xmlns:a="http://schemas.openxmlformats.org/drawingml/2006/main">
              <a:ext uri="{FF2B5EF4-FFF2-40B4-BE49-F238E27FC236}">
                <a16:creationId xmlns:a16="http://schemas.microsoft.com/office/drawing/2014/main" id="{4CE28421-6CCF-4031-81C4-8B96FE3E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直して、提出する</a:t>
            </a:r>
          </a:p>
        </p:txBody>
      </p:sp>
      <p:sp>
        <p:nvSpPr>
          <p:cNvPr id="30" name="shape-0385">
            <a:extLst xmlns:a="http://schemas.openxmlformats.org/drawingml/2006/main">
              <a:ext uri="{FF2B5EF4-FFF2-40B4-BE49-F238E27FC236}">
                <a16:creationId xmlns:a16="http://schemas.microsoft.com/office/drawing/2014/main" id="{656AF0E5-3D90-4A84-9C4E-5C7DB28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90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386">
            <a:extLst xmlns:a="http://schemas.openxmlformats.org/drawingml/2006/main">
              <a:ext uri="{FF2B5EF4-FFF2-40B4-BE49-F238E27FC236}">
                <a16:creationId xmlns:a16="http://schemas.microsoft.com/office/drawing/2014/main" id="{BFB4E4A3-EF00-4137-AD6B-0B94DB9B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不具合 / バランス / 負荷を修正</a:t>
            </a:r>
          </a:p>
        </p:txBody>
      </p:sp>
      <p:sp>
        <p:nvSpPr>
          <p:cNvPr id="32" name="shape-0387">
            <a:extLst xmlns:a="http://schemas.openxmlformats.org/drawingml/2006/main">
              <a:ext uri="{FF2B5EF4-FFF2-40B4-BE49-F238E27FC236}">
                <a16:creationId xmlns:a16="http://schemas.microsoft.com/office/drawing/2014/main" id="{58925D36-3431-48A5-AAF4-8B3EAC64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0388">
            <a:extLst xmlns:a="http://schemas.openxmlformats.org/drawingml/2006/main">
              <a:ext uri="{FF2B5EF4-FFF2-40B4-BE49-F238E27FC236}">
                <a16:creationId xmlns:a16="http://schemas.microsoft.com/office/drawing/2014/main" id="{29938E45-9501-4902-AF5F-150568A7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外部再テストと記録整理</a:t>
            </a:r>
          </a:p>
        </p:txBody>
      </p:sp>
      <p:sp>
        <p:nvSpPr>
          <p:cNvPr id="34" name="shape-0389">
            <a:extLst xmlns:a="http://schemas.openxmlformats.org/drawingml/2006/main">
              <a:ext uri="{FF2B5EF4-FFF2-40B4-BE49-F238E27FC236}">
                <a16:creationId xmlns:a16="http://schemas.microsoft.com/office/drawing/2014/main" id="{8BCAF3FC-4F34-46DD-B604-BEFC1F97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29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0390">
            <a:extLst xmlns:a="http://schemas.openxmlformats.org/drawingml/2006/main">
              <a:ext uri="{FF2B5EF4-FFF2-40B4-BE49-F238E27FC236}">
                <a16:creationId xmlns:a16="http://schemas.microsoft.com/office/drawing/2014/main" id="{B9482966-3C78-4879-A952-9364070C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Windows build / 動画 / 論文</a:t>
            </a:r>
          </a:p>
        </p:txBody>
      </p:sp>
      <p:sp>
        <p:nvSpPr>
          <p:cNvPr id="36" name="text-0391">
            <a:extLst xmlns:a="http://schemas.openxmlformats.org/drawingml/2006/main">
              <a:ext uri="{FF2B5EF4-FFF2-40B4-BE49-F238E27FC236}">
                <a16:creationId xmlns:a16="http://schemas.microsoft.com/office/drawing/2014/main" id="{825AF3C9-BEC7-4983-9AD1-C640069E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完了判定</a:t>
            </a:r>
          </a:p>
        </p:txBody>
      </p:sp>
      <p:sp>
        <p:nvSpPr>
          <p:cNvPr id="37" name="text-0392">
            <a:extLst xmlns:a="http://schemas.openxmlformats.org/drawingml/2006/main">
              <a:ext uri="{FF2B5EF4-FFF2-40B4-BE49-F238E27FC236}">
                <a16:creationId xmlns:a16="http://schemas.microsoft.com/office/drawing/2014/main" id="{3B47FD52-6CA7-4376-9FF2-FC56FFFB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提出用ビルドと根拠を保存</a:t>
            </a:r>
          </a:p>
        </p:txBody>
      </p:sp>
      <p:sp>
        <p:nvSpPr>
          <p:cNvPr id="38" name="shape-0393">
            <a:extLst xmlns:a="http://schemas.openxmlformats.org/drawingml/2006/main">
              <a:ext uri="{FF2B5EF4-FFF2-40B4-BE49-F238E27FC236}">
                <a16:creationId xmlns:a16="http://schemas.microsoft.com/office/drawing/2014/main" id="{1557C81A-592C-4952-A5A3-4FCF4987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725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0394">
            <a:extLst xmlns:a="http://schemas.openxmlformats.org/drawingml/2006/main">
              <a:ext uri="{FF2B5EF4-FFF2-40B4-BE49-F238E27FC236}">
                <a16:creationId xmlns:a16="http://schemas.microsoft.com/office/drawing/2014/main" id="{5864222A-9F2D-4CA5-8879-21D2C7B1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8月31日で機能追加を凍結。9月は修正・検証・提出物に使う。</a:t>
            </a:r>
          </a:p>
        </p:txBody>
      </p:sp>
    </p:spTree>
    <p:extLst>
      <p:ext uri="{BB962C8B-B14F-4D97-AF65-F5344CB8AC3E}">
        <p14:creationId xmlns:p14="http://schemas.microsoft.com/office/powerpoint/2010/main" val="2420208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95">
            <a:extLst xmlns:a="http://schemas.openxmlformats.org/drawingml/2006/main">
              <a:ext uri="{FF2B5EF4-FFF2-40B4-BE49-F238E27FC236}">
                <a16:creationId xmlns:a16="http://schemas.microsoft.com/office/drawing/2014/main" id="{88E7387B-062D-40B2-B487-7873432E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96">
            <a:extLst xmlns:a="http://schemas.openxmlformats.org/drawingml/2006/main">
              <a:ext uri="{FF2B5EF4-FFF2-40B4-BE49-F238E27FC236}">
                <a16:creationId xmlns:a16="http://schemas.microsoft.com/office/drawing/2014/main" id="{214B00C4-78DA-4187-BD2D-2F7C35B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11週間を、六つの完成判定で区切る</a:t>
            </a:r>
          </a:p>
        </p:txBody>
      </p:sp>
      <p:sp>
        <p:nvSpPr>
          <p:cNvPr id="3" name="rule-0397">
            <a:extLst xmlns:a="http://schemas.openxmlformats.org/drawingml/2006/main">
              <a:ext uri="{FF2B5EF4-FFF2-40B4-BE49-F238E27FC236}">
                <a16:creationId xmlns:a16="http://schemas.microsoft.com/office/drawing/2014/main" id="{A85721B7-2D57-4424-AD57-488B638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98">
            <a:extLst xmlns:a="http://schemas.openxmlformats.org/drawingml/2006/main">
              <a:ext uri="{FF2B5EF4-FFF2-40B4-BE49-F238E27FC236}">
                <a16:creationId xmlns:a16="http://schemas.microsoft.com/office/drawing/2014/main" id="{D139ABEB-14D0-479E-BD61-B2DCD21B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99">
            <a:extLst xmlns:a="http://schemas.openxmlformats.org/drawingml/2006/main">
              <a:ext uri="{FF2B5EF4-FFF2-40B4-BE49-F238E27FC236}">
                <a16:creationId xmlns:a16="http://schemas.microsoft.com/office/drawing/2014/main" id="{DA6CD0AF-8716-4B72-8A98-34633339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6" name="rule-0400">
            <a:extLst xmlns:a="http://schemas.openxmlformats.org/drawingml/2006/main">
              <a:ext uri="{FF2B5EF4-FFF2-40B4-BE49-F238E27FC236}">
                <a16:creationId xmlns:a16="http://schemas.microsoft.com/office/drawing/2014/main" id="{C8C58D2B-BA2A-4DFA-8991-C2E7EE64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563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401">
            <a:extLst xmlns:a="http://schemas.openxmlformats.org/drawingml/2006/main">
              <a:ext uri="{FF2B5EF4-FFF2-40B4-BE49-F238E27FC236}">
                <a16:creationId xmlns:a16="http://schemas.microsoft.com/office/drawing/2014/main" id="{AF05893F-83A4-4085-B8FE-FA11AE82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6C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A6CE"/>
                </a:solidFill>
                <a:latin typeface="Consolas"/>
                <a:ea typeface="Consolas"/>
                <a:cs typeface="Consolas"/>
              </a:rPr>
              <a:t>7/14–7/20</a:t>
            </a:r>
          </a:p>
        </p:txBody>
      </p:sp>
      <p:sp>
        <p:nvSpPr>
          <p:cNvPr id="8" name="shape-0402">
            <a:extLst xmlns:a="http://schemas.openxmlformats.org/drawingml/2006/main">
              <a:ext uri="{FF2B5EF4-FFF2-40B4-BE49-F238E27FC236}">
                <a16:creationId xmlns:a16="http://schemas.microsoft.com/office/drawing/2014/main" id="{477B4C33-DBD2-4A5A-BD16-140B6C6E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403">
            <a:extLst xmlns:a="http://schemas.openxmlformats.org/drawingml/2006/main">
              <a:ext uri="{FF2B5EF4-FFF2-40B4-BE49-F238E27FC236}">
                <a16:creationId xmlns:a16="http://schemas.microsoft.com/office/drawing/2014/main" id="{938240F3-3068-4C3E-AD2F-A5D9B2C5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-0404">
            <a:extLst xmlns:a="http://schemas.openxmlformats.org/drawingml/2006/main">
              <a:ext uri="{FF2B5EF4-FFF2-40B4-BE49-F238E27FC236}">
                <a16:creationId xmlns:a16="http://schemas.microsoft.com/office/drawing/2014/main" id="{ACF1A5EE-1E86-4718-B9F9-A416523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画面確定</a:t>
            </a:r>
          </a:p>
        </p:txBody>
      </p:sp>
      <p:sp>
        <p:nvSpPr>
          <p:cNvPr id="11" name="text-0405">
            <a:extLst xmlns:a="http://schemas.openxmlformats.org/drawingml/2006/main">
              <a:ext uri="{FF2B5EF4-FFF2-40B4-BE49-F238E27FC236}">
                <a16:creationId xmlns:a16="http://schemas.microsoft.com/office/drawing/2014/main" id="{85B9E8AE-056F-49C9-A76F-E6AC524C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Game View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共有カメラ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Eggybot表示</a:t>
            </a:r>
          </a:p>
        </p:txBody>
      </p:sp>
      <p:sp>
        <p:nvSpPr>
          <p:cNvPr id="12" name="text-0406">
            <a:extLst xmlns:a="http://schemas.openxmlformats.org/drawingml/2006/main">
              <a:ext uri="{FF2B5EF4-FFF2-40B4-BE49-F238E27FC236}">
                <a16:creationId xmlns:a16="http://schemas.microsoft.com/office/drawing/2014/main" id="{11ED3653-9185-4876-BE24-C8F87D15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A85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8A85A"/>
                </a:solidFill>
                <a:latin typeface="Consolas"/>
                <a:ea typeface="Consolas"/>
                <a:cs typeface="Consolas"/>
              </a:rPr>
              <a:t>7/21–7/31</a:t>
            </a:r>
          </a:p>
        </p:txBody>
      </p:sp>
      <p:sp>
        <p:nvSpPr>
          <p:cNvPr id="13" name="shape-0407">
            <a:extLst xmlns:a="http://schemas.openxmlformats.org/drawingml/2006/main">
              <a:ext uri="{FF2B5EF4-FFF2-40B4-BE49-F238E27FC236}">
                <a16:creationId xmlns:a16="http://schemas.microsoft.com/office/drawing/2014/main" id="{AD831F82-EC8F-470D-BF40-3D5BB1A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408">
            <a:extLst xmlns:a="http://schemas.openxmlformats.org/drawingml/2006/main">
              <a:ext uri="{FF2B5EF4-FFF2-40B4-BE49-F238E27FC236}">
                <a16:creationId xmlns:a16="http://schemas.microsoft.com/office/drawing/2014/main" id="{7ABF5134-38FE-4755-AF37-3BE3729E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5" name="text-0409">
            <a:extLst xmlns:a="http://schemas.openxmlformats.org/drawingml/2006/main">
              <a:ext uri="{FF2B5EF4-FFF2-40B4-BE49-F238E27FC236}">
                <a16:creationId xmlns:a16="http://schemas.microsoft.com/office/drawing/2014/main" id="{B8C23835-2F96-4ED9-879C-817CA786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一試合</a:t>
            </a:r>
          </a:p>
        </p:txBody>
      </p:sp>
      <p:sp>
        <p:nvSpPr>
          <p:cNvPr id="16" name="text-0410">
            <a:extLst xmlns:a="http://schemas.openxmlformats.org/drawingml/2006/main">
              <a:ext uri="{FF2B5EF4-FFF2-40B4-BE49-F238E27FC236}">
                <a16:creationId xmlns:a16="http://schemas.microsoft.com/office/drawing/2014/main" id="{54EA3BCA-F6ED-43B8-BDA4-5C673BED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2人入力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KO・復帰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90秒完走</a:t>
            </a:r>
          </a:p>
        </p:txBody>
      </p:sp>
      <p:sp>
        <p:nvSpPr>
          <p:cNvPr id="17" name="text-0411">
            <a:extLst xmlns:a="http://schemas.openxmlformats.org/drawingml/2006/main">
              <a:ext uri="{FF2B5EF4-FFF2-40B4-BE49-F238E27FC236}">
                <a16:creationId xmlns:a16="http://schemas.microsoft.com/office/drawing/2014/main" id="{6DB669F1-FD46-4509-9333-C9F02D39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B40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4B400"/>
                </a:solidFill>
                <a:latin typeface="Consolas"/>
                <a:ea typeface="Consolas"/>
                <a:cs typeface="Consolas"/>
              </a:rPr>
              <a:t>8/1–8/15</a:t>
            </a:r>
          </a:p>
        </p:txBody>
      </p:sp>
      <p:sp>
        <p:nvSpPr>
          <p:cNvPr id="18" name="shape-0412">
            <a:extLst xmlns:a="http://schemas.openxmlformats.org/drawingml/2006/main">
              <a:ext uri="{FF2B5EF4-FFF2-40B4-BE49-F238E27FC236}">
                <a16:creationId xmlns:a16="http://schemas.microsoft.com/office/drawing/2014/main" id="{C138D419-9616-45F8-A015-FC0433C3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413">
            <a:extLst xmlns:a="http://schemas.openxmlformats.org/drawingml/2006/main">
              <a:ext uri="{FF2B5EF4-FFF2-40B4-BE49-F238E27FC236}">
                <a16:creationId xmlns:a16="http://schemas.microsoft.com/office/drawing/2014/main" id="{925080AF-9319-4FB3-840A-57D12DB3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0" name="text-0414">
            <a:extLst xmlns:a="http://schemas.openxmlformats.org/drawingml/2006/main">
              <a:ext uri="{FF2B5EF4-FFF2-40B4-BE49-F238E27FC236}">
                <a16:creationId xmlns:a16="http://schemas.microsoft.com/office/drawing/2014/main" id="{8819148E-05C5-444D-A81D-EE900DF8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選択</a:t>
            </a:r>
          </a:p>
        </p:txBody>
      </p:sp>
      <p:sp>
        <p:nvSpPr>
          <p:cNvPr id="21" name="text-0415">
            <a:extLst xmlns:a="http://schemas.openxmlformats.org/drawingml/2006/main">
              <a:ext uri="{FF2B5EF4-FFF2-40B4-BE49-F238E27FC236}">
                <a16:creationId xmlns:a16="http://schemas.microsoft.com/office/drawing/2014/main" id="{A4869D71-3CFB-41F0-8B2F-572123BA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3系統スキル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ドラフトUI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衝突演出</a:t>
            </a:r>
          </a:p>
        </p:txBody>
      </p:sp>
      <p:sp>
        <p:nvSpPr>
          <p:cNvPr id="22" name="text-0416">
            <a:extLst xmlns:a="http://schemas.openxmlformats.org/drawingml/2006/main">
              <a:ext uri="{FF2B5EF4-FFF2-40B4-BE49-F238E27FC236}">
                <a16:creationId xmlns:a16="http://schemas.microsoft.com/office/drawing/2014/main" id="{32574DA3-24F2-49C3-A716-24E7A928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353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E6353D"/>
                </a:solidFill>
                <a:latin typeface="Consolas"/>
                <a:ea typeface="Consolas"/>
                <a:cs typeface="Consolas"/>
              </a:rPr>
              <a:t>8/16–8/31</a:t>
            </a:r>
          </a:p>
        </p:txBody>
      </p:sp>
      <p:sp>
        <p:nvSpPr>
          <p:cNvPr id="23" name="shape-0417">
            <a:extLst xmlns:a="http://schemas.openxmlformats.org/drawingml/2006/main">
              <a:ext uri="{FF2B5EF4-FFF2-40B4-BE49-F238E27FC236}">
                <a16:creationId xmlns:a16="http://schemas.microsoft.com/office/drawing/2014/main" id="{EBB88453-9E18-4785-841D-E0F08CC9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418">
            <a:extLst xmlns:a="http://schemas.openxmlformats.org/drawingml/2006/main">
              <a:ext uri="{FF2B5EF4-FFF2-40B4-BE49-F238E27FC236}">
                <a16:creationId xmlns:a16="http://schemas.microsoft.com/office/drawing/2014/main" id="{D74C8B3B-E258-4D44-90A1-1232C7C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5" name="text-0419">
            <a:extLst xmlns:a="http://schemas.openxmlformats.org/drawingml/2006/main">
              <a:ext uri="{FF2B5EF4-FFF2-40B4-BE49-F238E27FC236}">
                <a16:creationId xmlns:a16="http://schemas.microsoft.com/office/drawing/2014/main" id="{4D15C28B-09DB-4F4F-9799-CEAF8C60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初回テスト</a:t>
            </a:r>
          </a:p>
        </p:txBody>
      </p:sp>
      <p:sp>
        <p:nvSpPr>
          <p:cNvPr id="26" name="text-0420">
            <a:extLst xmlns:a="http://schemas.openxmlformats.org/drawingml/2006/main">
              <a:ext uri="{FF2B5EF4-FFF2-40B4-BE49-F238E27FC236}">
                <a16:creationId xmlns:a16="http://schemas.microsoft.com/office/drawing/2014/main" id="{6C2164B6-4E66-499E-A4CD-72E1AD2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初見テスト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指標を記録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8/31凍結</a:t>
            </a:r>
          </a:p>
        </p:txBody>
      </p:sp>
      <p:sp>
        <p:nvSpPr>
          <p:cNvPr id="27" name="text-0421">
            <a:extLst xmlns:a="http://schemas.openxmlformats.org/drawingml/2006/main">
              <a:ext uri="{FF2B5EF4-FFF2-40B4-BE49-F238E27FC236}">
                <a16:creationId xmlns:a16="http://schemas.microsoft.com/office/drawing/2014/main" id="{AE688B44-2084-4491-870B-CB741BB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A85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8A85A"/>
                </a:solidFill>
                <a:latin typeface="Consolas"/>
                <a:ea typeface="Consolas"/>
                <a:cs typeface="Consolas"/>
              </a:rPr>
              <a:t>9/1–9/15</a:t>
            </a:r>
          </a:p>
        </p:txBody>
      </p:sp>
      <p:sp>
        <p:nvSpPr>
          <p:cNvPr id="28" name="shape-0422">
            <a:extLst xmlns:a="http://schemas.openxmlformats.org/drawingml/2006/main">
              <a:ext uri="{FF2B5EF4-FFF2-40B4-BE49-F238E27FC236}">
                <a16:creationId xmlns:a16="http://schemas.microsoft.com/office/drawing/2014/main" id="{76C36784-203A-42AF-A1EC-0582148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0423">
            <a:extLst xmlns:a="http://schemas.openxmlformats.org/drawingml/2006/main">
              <a:ext uri="{FF2B5EF4-FFF2-40B4-BE49-F238E27FC236}">
                <a16:creationId xmlns:a16="http://schemas.microsoft.com/office/drawing/2014/main" id="{8DC03B4A-EC43-4FF5-81B7-7AE2A0CA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30" name="text-0424">
            <a:extLst xmlns:a="http://schemas.openxmlformats.org/drawingml/2006/main">
              <a:ext uri="{FF2B5EF4-FFF2-40B4-BE49-F238E27FC236}">
                <a16:creationId xmlns:a16="http://schemas.microsoft.com/office/drawing/2014/main" id="{66D31D04-60A4-4028-8642-712B617E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品質</a:t>
            </a:r>
          </a:p>
        </p:txBody>
      </p:sp>
      <p:sp>
        <p:nvSpPr>
          <p:cNvPr id="31" name="text-0425">
            <a:extLst xmlns:a="http://schemas.openxmlformats.org/drawingml/2006/main">
              <a:ext uri="{FF2B5EF4-FFF2-40B4-BE49-F238E27FC236}">
                <a16:creationId xmlns:a16="http://schemas.microsoft.com/office/drawing/2014/main" id="{674057FA-156D-4B7D-B810-74BFCD73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不具合修正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バランス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負荷確認</a:t>
            </a:r>
          </a:p>
        </p:txBody>
      </p:sp>
      <p:sp>
        <p:nvSpPr>
          <p:cNvPr id="32" name="text-0426">
            <a:extLst xmlns:a="http://schemas.openxmlformats.org/drawingml/2006/main">
              <a:ext uri="{FF2B5EF4-FFF2-40B4-BE49-F238E27FC236}">
                <a16:creationId xmlns:a16="http://schemas.microsoft.com/office/drawing/2014/main" id="{42855758-F33D-4F27-8C76-C68BB30B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6C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A6CE"/>
                </a:solidFill>
                <a:latin typeface="Consolas"/>
                <a:ea typeface="Consolas"/>
                <a:cs typeface="Consolas"/>
              </a:rPr>
              <a:t>9/16–9/30</a:t>
            </a:r>
          </a:p>
        </p:txBody>
      </p:sp>
      <p:sp>
        <p:nvSpPr>
          <p:cNvPr id="33" name="shape-0427">
            <a:extLst xmlns:a="http://schemas.openxmlformats.org/drawingml/2006/main">
              <a:ext uri="{FF2B5EF4-FFF2-40B4-BE49-F238E27FC236}">
                <a16:creationId xmlns:a16="http://schemas.microsoft.com/office/drawing/2014/main" id="{0F6C801E-A3B8-4948-8FE0-60C6E46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0428">
            <a:extLst xmlns:a="http://schemas.openxmlformats.org/drawingml/2006/main">
              <a:ext uri="{FF2B5EF4-FFF2-40B4-BE49-F238E27FC236}">
                <a16:creationId xmlns:a16="http://schemas.microsoft.com/office/drawing/2014/main" id="{C28B1DBB-1DC7-4B5A-9851-59D5A13B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35" name="text-0429">
            <a:extLst xmlns:a="http://schemas.openxmlformats.org/drawingml/2006/main">
              <a:ext uri="{FF2B5EF4-FFF2-40B4-BE49-F238E27FC236}">
                <a16:creationId xmlns:a16="http://schemas.microsoft.com/office/drawing/2014/main" id="{65744684-C4D4-452E-AA16-352BCD75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提出</a:t>
            </a:r>
          </a:p>
        </p:txBody>
      </p:sp>
      <p:sp>
        <p:nvSpPr>
          <p:cNvPr id="36" name="text-0430">
            <a:extLst xmlns:a="http://schemas.openxmlformats.org/drawingml/2006/main">
              <a:ext uri="{FF2B5EF4-FFF2-40B4-BE49-F238E27FC236}">
                <a16:creationId xmlns:a16="http://schemas.microsoft.com/office/drawing/2014/main" id="{39004CF4-BE9D-4E18-B8C8-0D456274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外部再テスト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Windows build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動画・論文</a:t>
            </a:r>
          </a:p>
        </p:txBody>
      </p:sp>
      <p:sp>
        <p:nvSpPr>
          <p:cNvPr id="37" name="shape-0431">
            <a:extLst xmlns:a="http://schemas.openxmlformats.org/drawingml/2006/main">
              <a:ext uri="{FF2B5EF4-FFF2-40B4-BE49-F238E27FC236}">
                <a16:creationId xmlns:a16="http://schemas.microsoft.com/office/drawing/2014/main" id="{976D42E2-CA18-4B2C-8734-63B7A2D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2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0432">
            <a:extLst xmlns:a="http://schemas.openxmlformats.org/drawingml/2006/main">
              <a:ext uri="{FF2B5EF4-FFF2-40B4-BE49-F238E27FC236}">
                <a16:creationId xmlns:a16="http://schemas.microsoft.com/office/drawing/2014/main" id="{E502C1DD-2A40-4ECB-BC3B-BB9536E4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削る順</a:t>
            </a:r>
          </a:p>
        </p:txBody>
      </p:sp>
      <p:sp>
        <p:nvSpPr>
          <p:cNvPr id="39" name="text-0433">
            <a:extLst xmlns:a="http://schemas.openxmlformats.org/drawingml/2006/main">
              <a:ext uri="{FF2B5EF4-FFF2-40B4-BE49-F238E27FC236}">
                <a16:creationId xmlns:a16="http://schemas.microsoft.com/office/drawing/2014/main" id="{C3FD5A78-0D59-4E24-B297-76E424C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小物 → 演出 → スキル数</a:t>
            </a:r>
          </a:p>
        </p:txBody>
      </p:sp>
      <p:sp>
        <p:nvSpPr>
          <p:cNvPr id="40" name="rule-0434">
            <a:extLst xmlns:a="http://schemas.openxmlformats.org/drawingml/2006/main">
              <a:ext uri="{FF2B5EF4-FFF2-40B4-BE49-F238E27FC236}">
                <a16:creationId xmlns:a16="http://schemas.microsoft.com/office/drawing/2014/main" id="{2F1509CA-A244-4D6E-A7F9-401C0AF1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0435">
            <a:extLst xmlns:a="http://schemas.openxmlformats.org/drawingml/2006/main">
              <a:ext uri="{FF2B5EF4-FFF2-40B4-BE49-F238E27FC236}">
                <a16:creationId xmlns:a16="http://schemas.microsoft.com/office/drawing/2014/main" id="{7EE287DA-C774-4DF4-8F38-A2A14E79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残す核</a:t>
            </a:r>
          </a:p>
        </p:txBody>
      </p:sp>
      <p:sp>
        <p:nvSpPr>
          <p:cNvPr id="42" name="text-0436">
            <a:extLst xmlns:a="http://schemas.openxmlformats.org/drawingml/2006/main">
              <a:ext uri="{FF2B5EF4-FFF2-40B4-BE49-F238E27FC236}">
                <a16:creationId xmlns:a16="http://schemas.microsoft.com/office/drawing/2014/main" id="{98FD5BD6-350A-4B26-BFC5-2294B804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2人対戦 / 1試合完走 / 外部テスト</a:t>
            </a:r>
          </a:p>
        </p:txBody>
      </p:sp>
    </p:spTree>
    <p:extLst>
      <p:ext uri="{BB962C8B-B14F-4D97-AF65-F5344CB8AC3E}">
        <p14:creationId xmlns:p14="http://schemas.microsoft.com/office/powerpoint/2010/main" val="17940826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84C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437">
            <a:extLst xmlns:a="http://schemas.openxmlformats.org/drawingml/2006/main">
              <a:ext uri="{FF2B5EF4-FFF2-40B4-BE49-F238E27FC236}">
                <a16:creationId xmlns:a16="http://schemas.microsoft.com/office/drawing/2014/main" id="{7ECBE154-8B5F-482F-9E63-5B3CFED0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目標は、読める対戦と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再現できる制作。</a:t>
            </a:r>
          </a:p>
        </p:txBody>
      </p:sp>
      <p:sp>
        <p:nvSpPr>
          <p:cNvPr id="2" name="rule-0438">
            <a:extLst xmlns:a="http://schemas.openxmlformats.org/drawingml/2006/main">
              <a:ext uri="{FF2B5EF4-FFF2-40B4-BE49-F238E27FC236}">
                <a16:creationId xmlns:a16="http://schemas.microsoft.com/office/drawing/2014/main" id="{16C92534-6EC3-4323-94B0-BA9133F9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439">
            <a:extLst xmlns:a="http://schemas.openxmlformats.org/drawingml/2006/main">
              <a:ext uri="{FF2B5EF4-FFF2-40B4-BE49-F238E27FC236}">
                <a16:creationId xmlns:a16="http://schemas.microsoft.com/office/drawing/2014/main" id="{6CFA96B7-5B66-43B5-AA5E-5D5EBB04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ゲーム</a:t>
            </a:r>
          </a:p>
        </p:txBody>
      </p:sp>
      <p:sp>
        <p:nvSpPr>
          <p:cNvPr id="4" name="text-0440">
            <a:extLst xmlns:a="http://schemas.openxmlformats.org/drawingml/2006/main">
              <a:ext uri="{FF2B5EF4-FFF2-40B4-BE49-F238E27FC236}">
                <a16:creationId xmlns:a16="http://schemas.microsoft.com/office/drawing/2014/main" id="{DDB49976-F1FB-468C-9441-1DF8C4D2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共有視点の2.5D、90秒の試合、選択が見えるスキル</a:t>
            </a:r>
          </a:p>
        </p:txBody>
      </p:sp>
      <p:sp>
        <p:nvSpPr>
          <p:cNvPr id="5" name="text-0441">
            <a:extLst xmlns:a="http://schemas.openxmlformats.org/drawingml/2006/main">
              <a:ext uri="{FF2B5EF4-FFF2-40B4-BE49-F238E27FC236}">
                <a16:creationId xmlns:a16="http://schemas.microsoft.com/office/drawing/2014/main" id="{1FE20EAE-662D-43D2-8BD2-79CA0FF5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制作方法</a:t>
            </a:r>
          </a:p>
        </p:txBody>
      </p:sp>
      <p:sp>
        <p:nvSpPr>
          <p:cNvPr id="6" name="text-0442">
            <a:extLst xmlns:a="http://schemas.openxmlformats.org/drawingml/2006/main">
              <a:ext uri="{FF2B5EF4-FFF2-40B4-BE49-F238E27FC236}">
                <a16:creationId xmlns:a16="http://schemas.microsoft.com/office/drawing/2014/main" id="{6DD0483B-1131-4B20-A13D-93850834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複数AI、Editor MCP、API、51 Skill、24 Agent、26 Hook</a:t>
            </a:r>
          </a:p>
        </p:txBody>
      </p:sp>
      <p:sp>
        <p:nvSpPr>
          <p:cNvPr id="7" name="text-0443">
            <a:extLst xmlns:a="http://schemas.openxmlformats.org/drawingml/2006/main">
              <a:ext uri="{FF2B5EF4-FFF2-40B4-BE49-F238E27FC236}">
                <a16:creationId xmlns:a16="http://schemas.microsoft.com/office/drawing/2014/main" id="{6AB26BD7-D81A-4930-969B-4FC18496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評価</a:t>
            </a:r>
          </a:p>
        </p:txBody>
      </p:sp>
      <p:sp>
        <p:nvSpPr>
          <p:cNvPr id="8" name="text-0444">
            <a:extLst xmlns:a="http://schemas.openxmlformats.org/drawingml/2006/main">
              <a:ext uri="{FF2B5EF4-FFF2-40B4-BE49-F238E27FC236}">
                <a16:creationId xmlns:a16="http://schemas.microsoft.com/office/drawing/2014/main" id="{861BB077-5D06-4EE7-A846-AE7F9D3B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遊びの理解度と、制作工程の再現性を分けて測る</a:t>
            </a:r>
          </a:p>
        </p:txBody>
      </p:sp>
      <p:sp>
        <p:nvSpPr>
          <p:cNvPr id="9" name="text-0445">
            <a:extLst xmlns:a="http://schemas.openxmlformats.org/drawingml/2006/main">
              <a:ext uri="{FF2B5EF4-FFF2-40B4-BE49-F238E27FC236}">
                <a16:creationId xmlns:a16="http://schemas.microsoft.com/office/drawing/2014/main" id="{4FFD82EF-7263-4542-A686-0C6C78E8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857938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446">
            <a:extLst xmlns:a="http://schemas.openxmlformats.org/drawingml/2006/main">
              <a:ext uri="{FF2B5EF4-FFF2-40B4-BE49-F238E27FC236}">
                <a16:creationId xmlns:a16="http://schemas.microsoft.com/office/drawing/2014/main" id="{2E21A173-7B7A-4402-B7B9-6B89917D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447">
            <a:extLst xmlns:a="http://schemas.openxmlformats.org/drawingml/2006/main">
              <a:ext uri="{FF2B5EF4-FFF2-40B4-BE49-F238E27FC236}">
                <a16:creationId xmlns:a16="http://schemas.microsoft.com/office/drawing/2014/main" id="{9F38D7F7-CB5C-48D7-B8FA-EFBB1B8D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現在の構成を、数字と実装状況で確認する</a:t>
            </a:r>
          </a:p>
        </p:txBody>
      </p:sp>
      <p:sp>
        <p:nvSpPr>
          <p:cNvPr id="3" name="rule-0448">
            <a:extLst xmlns:a="http://schemas.openxmlformats.org/drawingml/2006/main">
              <a:ext uri="{FF2B5EF4-FFF2-40B4-BE49-F238E27FC236}">
                <a16:creationId xmlns:a16="http://schemas.microsoft.com/office/drawing/2014/main" id="{D8C9D119-5567-4FE0-8206-E949F3F9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449">
            <a:extLst xmlns:a="http://schemas.openxmlformats.org/drawingml/2006/main">
              <a:ext uri="{FF2B5EF4-FFF2-40B4-BE49-F238E27FC236}">
                <a16:creationId xmlns:a16="http://schemas.microsoft.com/office/drawing/2014/main" id="{8F2B7B27-F3F1-4256-B926-399DF2F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450">
            <a:extLst xmlns:a="http://schemas.openxmlformats.org/drawingml/2006/main">
              <a:ext uri="{FF2B5EF4-FFF2-40B4-BE49-F238E27FC236}">
                <a16:creationId xmlns:a16="http://schemas.microsoft.com/office/drawing/2014/main" id="{B50F92D8-2ADB-4C84-A937-CAA6FA79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6" name="text-0451">
            <a:extLst xmlns:a="http://schemas.openxmlformats.org/drawingml/2006/main">
              <a:ext uri="{FF2B5EF4-FFF2-40B4-BE49-F238E27FC236}">
                <a16:creationId xmlns:a16="http://schemas.microsoft.com/office/drawing/2014/main" id="{EF258E87-D6E6-41CE-9BBE-DF17A040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text-0452">
            <a:extLst xmlns:a="http://schemas.openxmlformats.org/drawingml/2006/main">
              <a:ext uri="{FF2B5EF4-FFF2-40B4-BE49-F238E27FC236}">
                <a16:creationId xmlns:a16="http://schemas.microsoft.com/office/drawing/2014/main" id="{EAF99FBA-B482-445B-B184-FB66F8EB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Skill種類</a:t>
            </a:r>
          </a:p>
        </p:txBody>
      </p:sp>
      <p:sp>
        <p:nvSpPr>
          <p:cNvPr id="8" name="text-0453">
            <a:extLst xmlns:a="http://schemas.openxmlformats.org/drawingml/2006/main">
              <a:ext uri="{FF2B5EF4-FFF2-40B4-BE49-F238E27FC236}">
                <a16:creationId xmlns:a16="http://schemas.microsoft.com/office/drawing/2014/main" id="{31C0CE47-B518-435F-B826-7A6A8C7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9" name="text-0454">
            <a:extLst xmlns:a="http://schemas.openxmlformats.org/drawingml/2006/main">
              <a:ext uri="{FF2B5EF4-FFF2-40B4-BE49-F238E27FC236}">
                <a16:creationId xmlns:a16="http://schemas.microsoft.com/office/drawing/2014/main" id="{4077CCEC-B0FB-4813-A8F3-507A136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Agent定義</a:t>
            </a:r>
          </a:p>
        </p:txBody>
      </p:sp>
      <p:sp>
        <p:nvSpPr>
          <p:cNvPr id="10" name="text-0455">
            <a:extLst xmlns:a="http://schemas.openxmlformats.org/drawingml/2006/main">
              <a:ext uri="{FF2B5EF4-FFF2-40B4-BE49-F238E27FC236}">
                <a16:creationId xmlns:a16="http://schemas.microsoft.com/office/drawing/2014/main" id="{23BB722F-5768-4F78-84EF-07F2366C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11" name="text-0456">
            <a:extLst xmlns:a="http://schemas.openxmlformats.org/drawingml/2006/main">
              <a:ext uri="{FF2B5EF4-FFF2-40B4-BE49-F238E27FC236}">
                <a16:creationId xmlns:a16="http://schemas.microsoft.com/office/drawing/2014/main" id="{C6AA8A93-57D1-4CC9-A4E2-810D3A3E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Hook種類</a:t>
            </a:r>
          </a:p>
        </p:txBody>
      </p:sp>
      <p:sp>
        <p:nvSpPr>
          <p:cNvPr id="12" name="text-0457">
            <a:extLst xmlns:a="http://schemas.openxmlformats.org/drawingml/2006/main">
              <a:ext uri="{FF2B5EF4-FFF2-40B4-BE49-F238E27FC236}">
                <a16:creationId xmlns:a16="http://schemas.microsoft.com/office/drawing/2014/main" id="{46D69959-5460-4F7A-99AA-CC3F62AE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3" name="text-0458">
            <a:extLst xmlns:a="http://schemas.openxmlformats.org/drawingml/2006/main">
              <a:ext uri="{FF2B5EF4-FFF2-40B4-BE49-F238E27FC236}">
                <a16:creationId xmlns:a16="http://schemas.microsoft.com/office/drawing/2014/main" id="{D48B9EDA-608A-4C25-AA95-9D773EEB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 MCP</a:t>
            </a:r>
          </a:p>
        </p:txBody>
      </p:sp>
      <p:sp>
        <p:nvSpPr>
          <p:cNvPr id="14" name="text-0459">
            <a:extLst xmlns:a="http://schemas.openxmlformats.org/drawingml/2006/main">
              <a:ext uri="{FF2B5EF4-FFF2-40B4-BE49-F238E27FC236}">
                <a16:creationId xmlns:a16="http://schemas.microsoft.com/office/drawing/2014/main" id="{0070ED2F-F30E-40C2-B0B5-294B4591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15" name="text-0460">
            <a:extLst xmlns:a="http://schemas.openxmlformats.org/drawingml/2006/main">
              <a:ext uri="{FF2B5EF4-FFF2-40B4-BE49-F238E27FC236}">
                <a16:creationId xmlns:a16="http://schemas.microsoft.com/office/drawing/2014/main" id="{F124E66B-383C-4C64-90D9-A0D9B1ED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Meshy MCP tools</a:t>
            </a:r>
          </a:p>
        </p:txBody>
      </p:sp>
      <p:sp>
        <p:nvSpPr>
          <p:cNvPr id="16" name="text-0461">
            <a:extLst xmlns:a="http://schemas.openxmlformats.org/drawingml/2006/main">
              <a:ext uri="{FF2B5EF4-FFF2-40B4-BE49-F238E27FC236}">
                <a16:creationId xmlns:a16="http://schemas.microsoft.com/office/drawing/2014/main" id="{D8B180F5-AF9A-4338-8D4A-766A8442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33550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151</a:t>
            </a:r>
          </a:p>
        </p:txBody>
      </p:sp>
      <p:sp>
        <p:nvSpPr>
          <p:cNvPr id="17" name="text-0462">
            <a:extLst xmlns:a="http://schemas.openxmlformats.org/drawingml/2006/main">
              <a:ext uri="{FF2B5EF4-FFF2-40B4-BE49-F238E27FC236}">
                <a16:creationId xmlns:a16="http://schemas.microsoft.com/office/drawing/2014/main" id="{0B53E347-F25A-4083-A1CE-031CE5CF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146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Bridge行数</a:t>
            </a:r>
          </a:p>
        </p:txBody>
      </p:sp>
      <p:sp>
        <p:nvSpPr>
          <p:cNvPr id="18" name="rule-0463">
            <a:extLst xmlns:a="http://schemas.openxmlformats.org/drawingml/2006/main">
              <a:ext uri="{FF2B5EF4-FFF2-40B4-BE49-F238E27FC236}">
                <a16:creationId xmlns:a16="http://schemas.microsoft.com/office/drawing/2014/main" id="{1ABDD506-E9DD-46BA-BC3A-8EDE3CEC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464">
            <a:extLst xmlns:a="http://schemas.openxmlformats.org/drawingml/2006/main">
              <a:ext uri="{FF2B5EF4-FFF2-40B4-BE49-F238E27FC236}">
                <a16:creationId xmlns:a16="http://schemas.microsoft.com/office/drawing/2014/main" id="{A30F5C6C-4BA4-4561-91FF-A11D6C18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Unreal移行の現状</a:t>
            </a:r>
          </a:p>
        </p:txBody>
      </p:sp>
      <p:sp>
        <p:nvSpPr>
          <p:cNvPr id="20" name="shape-0465">
            <a:extLst xmlns:a="http://schemas.openxmlformats.org/drawingml/2006/main">
              <a:ext uri="{FF2B5EF4-FFF2-40B4-BE49-F238E27FC236}">
                <a16:creationId xmlns:a16="http://schemas.microsoft.com/office/drawing/2014/main" id="{009207CE-1A89-4BF9-B851-6971CAE0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466">
            <a:extLst xmlns:a="http://schemas.openxmlformats.org/drawingml/2006/main">
              <a:ext uri="{FF2B5EF4-FFF2-40B4-BE49-F238E27FC236}">
                <a16:creationId xmlns:a16="http://schemas.microsoft.com/office/drawing/2014/main" id="{C9D295D4-6118-49EB-82C3-18F1838A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Eggybot FBX移植 / X-Z移動 / Jump / Dash / Knockback</a:t>
            </a:r>
          </a:p>
        </p:txBody>
      </p:sp>
      <p:sp>
        <p:nvSpPr>
          <p:cNvPr id="22" name="shape-0467">
            <a:extLst xmlns:a="http://schemas.openxmlformats.org/drawingml/2006/main">
              <a:ext uri="{FF2B5EF4-FFF2-40B4-BE49-F238E27FC236}">
                <a16:creationId xmlns:a16="http://schemas.microsoft.com/office/drawing/2014/main" id="{B3E014EB-F1DA-4E19-850C-6B993314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468">
            <a:extLst xmlns:a="http://schemas.openxmlformats.org/drawingml/2006/main">
              <a:ext uri="{FF2B5EF4-FFF2-40B4-BE49-F238E27FC236}">
                <a16:creationId xmlns:a16="http://schemas.microsoft.com/office/drawing/2014/main" id="{504600C0-7B2F-4875-8DA8-1E738AE7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専用アリーナ / 共有カメラ / MCP接続</a:t>
            </a:r>
          </a:p>
        </p:txBody>
      </p:sp>
      <p:sp>
        <p:nvSpPr>
          <p:cNvPr id="24" name="shape-0469">
            <a:extLst xmlns:a="http://schemas.openxmlformats.org/drawingml/2006/main">
              <a:ext uri="{FF2B5EF4-FFF2-40B4-BE49-F238E27FC236}">
                <a16:creationId xmlns:a16="http://schemas.microsoft.com/office/drawing/2014/main" id="{2DD2AF95-368A-4FDE-B1B6-62284877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470">
            <a:extLst xmlns:a="http://schemas.openxmlformats.org/drawingml/2006/main">
              <a:ext uri="{FF2B5EF4-FFF2-40B4-BE49-F238E27FC236}">
                <a16:creationId xmlns:a16="http://schemas.microsoft.com/office/drawing/2014/main" id="{5D0A9950-46EA-4D0A-AE96-03A57EAA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未完: 実画角 / Enhanced Input / 2人対戦 / 完走</a:t>
            </a:r>
          </a:p>
        </p:txBody>
      </p:sp>
      <p:sp>
        <p:nvSpPr>
          <p:cNvPr id="26" name="text-0471">
            <a:extLst xmlns:a="http://schemas.openxmlformats.org/drawingml/2006/main">
              <a:ext uri="{FF2B5EF4-FFF2-40B4-BE49-F238E27FC236}">
                <a16:creationId xmlns:a16="http://schemas.microsoft.com/office/drawing/2014/main" id="{102182B6-F181-4668-822D-F6678F99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主な根拠ファイル</a:t>
            </a:r>
          </a:p>
        </p:txBody>
      </p:sp>
      <p:sp>
        <p:nvSpPr>
          <p:cNvPr id="27" name="text-0472">
            <a:extLst xmlns:a="http://schemas.openxmlformats.org/drawingml/2006/main">
              <a:ext uri="{FF2B5EF4-FFF2-40B4-BE49-F238E27FC236}">
                <a16:creationId xmlns:a16="http://schemas.microsoft.com/office/drawing/2014/main" id="{0894BDA0-427A-4FF0-8C09-806BA15D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AGENTS.md / CLAUDE.md / RULES.md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.claude/settings.json / .claude/agents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.agents/skills / .codex/hooks / .claude/hooks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Unreal/.../.mcp.json / ChaosDraftPartyUE.uproject</a:t>
            </a:r>
          </a:p>
        </p:txBody>
      </p:sp>
      <p:sp>
        <p:nvSpPr>
          <p:cNvPr id="28" name="text-0473">
            <a:extLst xmlns:a="http://schemas.openxmlformats.org/drawingml/2006/main">
              <a:ext uri="{FF2B5EF4-FFF2-40B4-BE49-F238E27FC236}">
                <a16:creationId xmlns:a16="http://schemas.microsoft.com/office/drawing/2014/main" id="{EC603E9C-D7FC-4AF2-B29E-1DF1149F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72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実測日: 2026-07-14。Skillは重複を除いた種類数、HookはCodex/Claude間の重複を除いた種類数。</a:t>
            </a:r>
          </a:p>
        </p:txBody>
      </p:sp>
    </p:spTree>
    <p:extLst>
      <p:ext uri="{BB962C8B-B14F-4D97-AF65-F5344CB8AC3E}">
        <p14:creationId xmlns:p14="http://schemas.microsoft.com/office/powerpoint/2010/main" val="248804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2026-07-14T04:42:56.8190000Z</dcterms:created>
  <dcterms:modified xsi:type="dcterms:W3CDTF">2026-07-14T04:42:56.8190000Z</dcterms:modified>
</coreProperties>
</file>