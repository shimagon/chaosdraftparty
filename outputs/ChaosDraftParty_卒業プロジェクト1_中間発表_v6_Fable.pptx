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BIZ UDPGothic" panose="020B0400000000000000" pitchFamily="50" charset="-128"/>
      <p:regular r:id="rId14"/>
      <p:bold r:id="rId15"/>
    </p:embeddedFont>
    <p:embeddedFont>
      <p:font typeface="DotGothic16" panose="02020900000000000000" pitchFamily="18" charset="-128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246120" cy="32461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29600" y="47731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自作キャラ「EGGYBOT」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企画・モデル・シェーダまで AI と共同制作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1672" y="1078992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224260" y="1078992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56848" y="1078992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卒業プロジェクト1 中間発表 / 2026.07.14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72237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AIエージェントとつくる、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ひとりのゲーム開発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― エディタをほぼ触らずに、どこまで作れるか 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00499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制作タイトル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86783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ChaosDraftParty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2.5D 対戦アクション(Unreal Engine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 泰成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東海大学 情報理工学部 情報メディア学科 小坂研究室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ゲーム開発は「チームの仕事」。それを AI と 1 人でやったら?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02/12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ふつうの商業ゲーム開発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企画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07208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07208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プログラム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65776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65776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3Dアート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24344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24344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レベルデザイン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82912" y="196596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2912" y="208483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QA・テスト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596895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この 5 役を、ふつうは数人〜数十人のチームで分担する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844387" y="2724912"/>
            <a:ext cx="502920" cy="457200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本研究: 全役職を「自分 + AI エージェント」で置き換える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57600"/>
            <a:ext cx="11094415" cy="96012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38221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自分は「決める・遊ぶ・判断する」だけ。設計、コード、エディタ操作、テスト、資料づくりまで AI に任せる。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エディタをほぼ触らない開発が、卒業制作として成立するかを検証する。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983480"/>
            <a:ext cx="5440680" cy="960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" y="51846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20750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16636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への指示だけで、遊べるゲームを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どこまで完成させられるか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4983480"/>
            <a:ext cx="5440680" cy="960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28232" y="518464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8232" y="5207508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34072" y="5166360"/>
            <a:ext cx="39776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複数の AI をどう使い分ければ、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1人開発でも品質を保てるか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PROGRESS 4-6月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ここまでの成果 ― 絵から、遊べるゲームまで(Unity 版)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03/12</a:t>
            </a:r>
          </a:p>
        </p:txBody>
      </p:sp>
      <p:pic>
        <p:nvPicPr>
          <p:cNvPr id="23" name="Picture 22" descr="concept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548640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キャラクター企画(4月)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生成 AI と対話しながら設定画を作成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050792" y="2768346"/>
            <a:ext cx="274320" cy="25603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ggy_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4370832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3D モデル化(4-5月)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モデリング・ガラス質シェーダ・表情まで AI 実装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72984" y="2768346"/>
            <a:ext cx="274320" cy="256032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sland_4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600200"/>
            <a:ext cx="3456432" cy="259232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8193024" y="4302252"/>
            <a:ext cx="34564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③ ミニゲーム「縮む島」(5-6月)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床が消える対戦ステージが遊べる状態に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11094415" cy="65836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632704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この間、エディタでの手作業はほぼゼロ。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コードもシーン配置も AI が MCP 経由で実行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6月の中間プレイテストで、壁に当たった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04/12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00200"/>
            <a:ext cx="5806440" cy="160020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08E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1901952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「これ、何のゲーム?」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― 初見プレイヤーの第一声(2026年6月・研究室内プレイテスト)</a:t>
            </a:r>
          </a:p>
        </p:txBody>
      </p:sp>
      <p:pic>
        <p:nvPicPr>
          <p:cNvPr id="25" name="Picture 24" descr="island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148072" cy="2898648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6492240" y="4553712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見た目は作り込めたが、初見にルールが伝わらなかった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73989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伝わらない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703320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 自由視点では「何をすれば勝ちか」が見た目から読めない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70832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45312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間に合わない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416552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カメラ・見た目の調整に工数を吸われ、遊びの中身が進まない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84064"/>
            <a:ext cx="5806440" cy="603504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検証が重い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129784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4人オンライン前提だと、テスト1回の準備だけで大仕事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3つの方針転換 ― 伝わるゲームを、完成まで持っていく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05/12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95681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1979676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エンジン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157276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48840" y="1572768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Unity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93792" y="1865376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15000" y="1572768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1572768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</p:txBody>
      </p:sp>
      <p:pic>
        <p:nvPicPr>
          <p:cNvPr id="30" name="Picture 29" descr="logo_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755648"/>
            <a:ext cx="461130" cy="5029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98280" y="1591056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のエディタ操作が UE5.8 で公式サポートに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(Unity は非公式ツール頼み)。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作り直すなら AI と組みやすい方へ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3814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461004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視点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65960" y="3054096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48840" y="3054096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3D TPS(自由視点)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193792" y="3346704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715000" y="3054096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97880" y="3054096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2.5D(横から見る)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072384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スマブラ式。横から見るだけでルールと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状況が伝わり、全員が常に画面内にいる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194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942332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進め方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65960" y="4535424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48840" y="4535424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最初から4人オンライン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193792" y="4828032"/>
            <a:ext cx="384048" cy="292608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715000" y="4535424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97880" y="4535424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まず1人で遊べる形に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553712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シングルで「面白い」を確認してからマルチ化。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完成リスクが下がり、テストも速い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15000" y="43891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15000" y="441198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今回の新方針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目指す構造 ―『フィールドスマッシュ』(スマブラ for 3DS)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06/12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45920"/>
            <a:ext cx="5760720" cy="137160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810512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5分間の探索フェーズ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広いフィールドで敵を倒し、パワーアップ(移動・ジャンプ・攻撃など6種)を拾って自分を強化していく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200400" y="3108960"/>
            <a:ext cx="457200" cy="384048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48640" y="3584448"/>
            <a:ext cx="5760720" cy="137160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749040"/>
            <a:ext cx="5212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最終決戦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鍛え上げたキャラ同士で 1 分の対戦。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探索の成果がそのまま強さになって勝負が決まる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なぜこの構造か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「強くなっていく過程」自体が楽しく、対戦相手がいなくても遊びが成立する。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→ シングルプレイ先行で作る本作に、いちばん合う骨格。</a:t>
            </a:r>
          </a:p>
        </p:txBody>
      </p:sp>
      <p:pic>
        <p:nvPicPr>
          <p:cNvPr id="29" name="Picture 28" descr="smashrun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45920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0" name="TextBox 29"/>
          <p:cNvSpPr txBox="1"/>
          <p:nvPr/>
        </p:nvSpPr>
        <p:spPr>
          <a:xfrm>
            <a:off x="9134856" y="1645920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敵を倒すと強化アイテムが出る</a:t>
            </a:r>
          </a:p>
        </p:txBody>
      </p:sp>
      <p:pic>
        <p:nvPicPr>
          <p:cNvPr id="31" name="Picture 30" descr="smashrun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127248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9134856" y="3127248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フィールドを探索して回る</a:t>
            </a:r>
          </a:p>
        </p:txBody>
      </p:sp>
      <p:pic>
        <p:nvPicPr>
          <p:cNvPr id="33" name="Picture 32" descr="smashrun_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608576"/>
            <a:ext cx="2212848" cy="132588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9134856" y="4608576"/>
            <a:ext cx="256032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終了後、全員で最終決戦へ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60533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画像出典: 任天堂『大乱闘スマッシュブラザーズ for Nintendo 3DS』公式サイト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フィールドスマッシュの弱点を、設計で解決する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07/12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最終決戦の形式がランダム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ジャンプ力を鍛えたのに決戦が「かけっこ」になる等、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5分の育成が無駄になることがある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14884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4864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決戦ルールを固定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鍛えた力が必ず決戦で活きるよう、</a:t>
            </a:r>
            <a:b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強化と決戦ルールを直結させる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2628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強化が運まかせの拾い集め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何が出るかは乱数次第で、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プレイヤーが戦略を立てる余地が薄い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89788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29768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ドラフト選択制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強化は毎回「3 択から選ぶ」。</a:t>
            </a:r>
            <a:b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何を伸ばすかの意思決定をゲームの中心に置く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55448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CF3E2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75320" y="17373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20" y="1760220"/>
            <a:ext cx="868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 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121408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オンライン非対応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ローカル限定で、友達と気軽に遊べない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(2014 年当時の制約)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9646920" y="3364992"/>
            <a:ext cx="365760" cy="310896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046720" y="3767328"/>
            <a:ext cx="3566160" cy="14173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39319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マルチ拡張前提の設計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まずシングルで完成させ、</a:t>
            </a:r>
            <a:b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同じ仕組みのままオンラインへ拡張(卒プロ2)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4864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本作の 1 ラウンド(約 30 秒) ― 遊び方は 5 語で説明できる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1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選ぶ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459736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862072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62072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走る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773168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175504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75504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消える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7086600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488936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88936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4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ぶつかる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9400032" y="5934456"/>
            <a:ext cx="310896" cy="219456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802368" y="5806440"/>
            <a:ext cx="182880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02368" y="5861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5 </a:t>
            </a: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生き残る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制作体制 ― 人間 1 人 + AI エージェントのチーム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08/12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14600"/>
            <a:ext cx="2514600" cy="2103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74320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島田(人間)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決める・遊ぶ・最終判断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何を作るかの決定、実際にプレイ、面白いかどうかの最終判断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54680" y="3429000"/>
            <a:ext cx="457200" cy="310896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749040" y="169164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ogo_claude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47672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63440" y="19293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Claude Code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設計・実装の主担当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6517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C++/Blueprint のコードを書き、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シーン構築もエディタ操作で実行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49040" y="365760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ogo_openai_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913632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63440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OpenAI Codex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並列作業・別視点チェック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617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資料・データ量産と、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Claude の実装を別の目でレビュー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178040" y="3429000"/>
            <a:ext cx="457200" cy="310896"/>
          </a:xfrm>
          <a:prstGeom prst="rightArrow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123176" y="384048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23176" y="386334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MCP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514600"/>
            <a:ext cx="3870655" cy="21031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logo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743200"/>
            <a:ext cx="754577" cy="8229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55280" y="3657600"/>
            <a:ext cx="3504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配置・実行・確認まで AI がエディタを直接操作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相互レビュー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コードは AI 同士でレビューして採用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記録を残す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ログを残し、別の AI が続行できる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実機で確認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の「できた」は画面とログで確認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で、どれだけ作れたか ― 数字と実物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09/12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コミット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Unity 版 2 ヶ月の実装量。ほぼ全て AI が記述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4136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74136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キャラが動くまで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UE 移行 3 日で自作キャラが走った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ほぼ0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エディタ手作業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今後は操作回数を記録し実数で報告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5128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25128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自動テスト合格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テスト項目は人間がレビューして採用</a:t>
            </a:r>
          </a:p>
        </p:txBody>
      </p:sp>
      <p:pic>
        <p:nvPicPr>
          <p:cNvPr id="35" name="Picture 34" descr="u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4224528" cy="237744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6" name="TextBox 35"/>
          <p:cNvSpPr txBox="1"/>
          <p:nvPr/>
        </p:nvSpPr>
        <p:spPr>
          <a:xfrm>
            <a:off x="548640" y="604418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が MCP 経由で構築した 2.5D アリーナ(UE5.8 エディタ)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7947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移行 3 日目に実機で確認できた操作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D キー → 移動 / Space → ジャンプ / E → ダッシュ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コヨーテタイム・先行入力・ノックバックまで C++ 実装済み。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15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の申告を鵜呑みにせず、キー入力がゲームに届くところまでログで確認して「完了」としている。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評価方法 ― 面白さと開発効率は、別の物差しで測る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10/12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ゲームの評価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10 秒テスト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59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初見の学生 5 人以上が、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10 秒観るだけでルールを説明できるか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接触回数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59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ラウンド(約 30 秒)中に、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相手との接触が 2 回以上あるか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納得感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59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プレイ直後の聞き取りで、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「負けた理由」を自分の言葉で言えるか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9632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制作方法の評価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速度と手戻り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1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機能ごとの完成時間と、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やり直し回数を全作業で記録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再現性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1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作業記録だけを渡して、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別の AI が続きから作業できるか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手作業ゼロ度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4151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エディタ手動操作の回数 ÷ 全作業回数で算出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どちらも「数えられる形」にして 9 月に結果を示す。</a:t>
            </a: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問い2(AI の使い分け)には、再現性テストと作業ログの分類で答える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後半戦 ― まず 1 人で遊べる形、それからマルチ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11/12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91640"/>
            <a:ext cx="11094415" cy="14630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169164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91640" y="1325880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▼ いまここ(7/14)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7月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1人で遊べる核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2.5D 移動・ダッシュ・KO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縮む足場ステージ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ラウンド完走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57200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8月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フィールドスマッシュ型ループ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探索して強化 → 決戦の流れ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ドラフト(3 択)とスキル 3 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第 1 回プレイテスト(評価の予行)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32104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C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9月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完成・評価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UI・音・見た目の仕上げ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評価の本計測(初見テスト)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最終発表(マルチ化はここから着手)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マルチプレイは「切り捨て」ではなく順番の変更。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シングルで面白さを確認できた仕組みを、そのままオンラインへ広げる。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まとめ ― 9 月に、実物と数字で答える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339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3312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4285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12/12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45920"/>
            <a:ext cx="11094415" cy="12344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1828800"/>
            <a:ext cx="102714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問い: エディタをほぼ触らずに、AI との分業でゲームは完成するか。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Unity 版 2 ヶ月 + UE 移行 2 週間の実績から、手応えは「ある」。残り 2 ヶ月で完成まで持っていく。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9 月の最終発表で見せるもの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遊べる実物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フィールドスマッシュ型 2.5D 対戦アクション(1 人用)を、その場でプレイ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制作の全記録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どの作業を AI がやり、人間が何回エディタを触ったか ― 数字で報告</a:t>
            </a:r>
          </a:p>
        </p:txBody>
      </p:sp>
      <p:pic>
        <p:nvPicPr>
          <p:cNvPr id="30" name="Picture 29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892040"/>
            <a:ext cx="141732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5257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ご清聴ありがとうございました。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島田 泰成 / 東海大学 情報メディア学科 小坂研究室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877</Words>
  <Application>Microsoft Office PowerPoint</Application>
  <PresentationFormat>ワイド画面</PresentationFormat>
  <Paragraphs>204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Arial</vt:lpstr>
      <vt:lpstr>Calibri</vt:lpstr>
      <vt:lpstr>BIZ UDPGothic</vt:lpstr>
      <vt:lpstr>DotGothic16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2026-07-14T06:16:18Z</dcterms:modified>
  <cp:category/>
</cp:coreProperties>
</file>