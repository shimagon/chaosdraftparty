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eba82c7d384528" /><Relationship Type="http://schemas.openxmlformats.org/officeDocument/2006/relationships/extended-properties" Target="/docProps/app.xml" Id="R1e4f920444f847a5" /><Relationship Type="http://schemas.openxmlformats.org/officeDocument/2006/relationships/officeDocument" Target="/ppt/presentation.xml" Id="R52d2683b68b341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5dd7ec21d846e6"/>
  </p:sldMasterIdLst>
  <p:notesMasterIdLst>
    <p:notesMasterId xmlns:r="http://schemas.openxmlformats.org/officeDocument/2006/relationships" r:id="R38f45d2b19bb4be4"/>
  </p:notesMasterIdLst>
  <p:sldIdLst>
    <p:sldId xmlns:r="http://schemas.openxmlformats.org/officeDocument/2006/relationships" id="256" r:id="Ra4d8631832fe4be7"/>
    <p:sldId xmlns:r="http://schemas.openxmlformats.org/officeDocument/2006/relationships" id="257" r:id="R4593b2f702484495"/>
    <p:sldId xmlns:r="http://schemas.openxmlformats.org/officeDocument/2006/relationships" id="258" r:id="R4b2a677837ba47c4"/>
    <p:sldId xmlns:r="http://schemas.openxmlformats.org/officeDocument/2006/relationships" id="259" r:id="Raed29bbae4954064"/>
    <p:sldId xmlns:r="http://schemas.openxmlformats.org/officeDocument/2006/relationships" id="260" r:id="Rb1ef2bcdf7c84aed"/>
    <p:sldId xmlns:r="http://schemas.openxmlformats.org/officeDocument/2006/relationships" id="261" r:id="Ra7515e9c76ac41a0"/>
    <p:sldId xmlns:r="http://schemas.openxmlformats.org/officeDocument/2006/relationships" id="262" r:id="Rceffb02733e74e3c"/>
    <p:sldId xmlns:r="http://schemas.openxmlformats.org/officeDocument/2006/relationships" id="263" r:id="Rcbf13e042472462a"/>
    <p:sldId xmlns:r="http://schemas.openxmlformats.org/officeDocument/2006/relationships" id="264" r:id="R68e77209db1e4845"/>
    <p:sldId xmlns:r="http://schemas.openxmlformats.org/officeDocument/2006/relationships" id="265" r:id="R3435323f112e49cd"/>
    <p:sldId xmlns:r="http://schemas.openxmlformats.org/officeDocument/2006/relationships" id="266" r:id="Re187ed69f8ee44e6"/>
    <p:sldId xmlns:r="http://schemas.openxmlformats.org/officeDocument/2006/relationships" id="267" r:id="Rea552ed9a4de4fef"/>
    <p:sldId xmlns:r="http://schemas.openxmlformats.org/officeDocument/2006/relationships" id="268" r:id="Reb224459b17f4a9c"/>
    <p:sldId xmlns:r="http://schemas.openxmlformats.org/officeDocument/2006/relationships" id="269" r:id="Rfed781ea6f4645d3"/>
    <p:sldId xmlns:r="http://schemas.openxmlformats.org/officeDocument/2006/relationships" id="270" r:id="Rbd55ba7d94474ef3"/>
    <p:sldId xmlns:r="http://schemas.openxmlformats.org/officeDocument/2006/relationships" id="271" r:id="R2b138ef4d7424284"/>
    <p:sldId xmlns:r="http://schemas.openxmlformats.org/officeDocument/2006/relationships" id="272" r:id="Rf3ae5d4af9f745e4"/>
    <p:sldId xmlns:r="http://schemas.openxmlformats.org/officeDocument/2006/relationships" id="273" r:id="R191e5cb6bec14af0"/>
    <p:sldId xmlns:r="http://schemas.openxmlformats.org/officeDocument/2006/relationships" id="274" r:id="Re87c67f897434978"/>
    <p:sldId xmlns:r="http://schemas.openxmlformats.org/officeDocument/2006/relationships" id="275" r:id="Rd3ec6ffb6eff4fde"/>
    <p:sldId xmlns:r="http://schemas.openxmlformats.org/officeDocument/2006/relationships" id="276" r:id="R077b60c36b184f32"/>
    <p:sldId xmlns:r="http://schemas.openxmlformats.org/officeDocument/2006/relationships" id="277" r:id="Re8dc11ad588a41f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75a47694614abf" /><Relationship Type="http://schemas.openxmlformats.org/officeDocument/2006/relationships/slideMaster" Target="/ppt/slideMasters/slideMaster1.xml" Id="R7c5dd7ec21d846e6" /><Relationship Type="http://schemas.openxmlformats.org/officeDocument/2006/relationships/notesMaster" Target="/ppt/notesMasters/notesMaster1.xml" Id="R38f45d2b19bb4be4" /><Relationship Type="http://schemas.openxmlformats.org/officeDocument/2006/relationships/presProps" Target="/ppt/presProps.xml" Id="Rf70362b16b924861" /><Relationship Type="http://schemas.openxmlformats.org/officeDocument/2006/relationships/tableStyles" Target="/ppt/tableStyles.xml" Id="Rbf8a1a1e919142ec" /><Relationship Type="http://schemas.openxmlformats.org/officeDocument/2006/relationships/slide" Target="/ppt/slides/slide1.xml" Id="Ra4d8631832fe4be7" /><Relationship Type="http://schemas.openxmlformats.org/officeDocument/2006/relationships/slide" Target="/ppt/slides/slide2.xml" Id="R4593b2f702484495" /><Relationship Type="http://schemas.openxmlformats.org/officeDocument/2006/relationships/slide" Target="/ppt/slides/slide3.xml" Id="R4b2a677837ba47c4" /><Relationship Type="http://schemas.openxmlformats.org/officeDocument/2006/relationships/slide" Target="/ppt/slides/slide4.xml" Id="Raed29bbae4954064" /><Relationship Type="http://schemas.openxmlformats.org/officeDocument/2006/relationships/slide" Target="/ppt/slides/slide5.xml" Id="Rb1ef2bcdf7c84aed" /><Relationship Type="http://schemas.openxmlformats.org/officeDocument/2006/relationships/slide" Target="/ppt/slides/slide6.xml" Id="Ra7515e9c76ac41a0" /><Relationship Type="http://schemas.openxmlformats.org/officeDocument/2006/relationships/slide" Target="/ppt/slides/slide7.xml" Id="Rceffb02733e74e3c" /><Relationship Type="http://schemas.openxmlformats.org/officeDocument/2006/relationships/slide" Target="/ppt/slides/slide8.xml" Id="Rcbf13e042472462a" /><Relationship Type="http://schemas.openxmlformats.org/officeDocument/2006/relationships/slide" Target="/ppt/slides/slide9.xml" Id="R68e77209db1e4845" /><Relationship Type="http://schemas.openxmlformats.org/officeDocument/2006/relationships/slide" Target="/ppt/slides/slide10.xml" Id="R3435323f112e49cd" /><Relationship Type="http://schemas.openxmlformats.org/officeDocument/2006/relationships/slide" Target="/ppt/slides/slide11.xml" Id="Re187ed69f8ee44e6" /><Relationship Type="http://schemas.openxmlformats.org/officeDocument/2006/relationships/slide" Target="/ppt/slides/slide12.xml" Id="Rea552ed9a4de4fef" /><Relationship Type="http://schemas.openxmlformats.org/officeDocument/2006/relationships/slide" Target="/ppt/slides/slide13.xml" Id="Reb224459b17f4a9c" /><Relationship Type="http://schemas.openxmlformats.org/officeDocument/2006/relationships/slide" Target="/ppt/slides/slide14.xml" Id="Rfed781ea6f4645d3" /><Relationship Type="http://schemas.openxmlformats.org/officeDocument/2006/relationships/slide" Target="/ppt/slides/slide15.xml" Id="Rbd55ba7d94474ef3" /><Relationship Type="http://schemas.openxmlformats.org/officeDocument/2006/relationships/slide" Target="/ppt/slides/slide16.xml" Id="R2b138ef4d7424284" /><Relationship Type="http://schemas.openxmlformats.org/officeDocument/2006/relationships/slide" Target="/ppt/slides/slide17.xml" Id="Rf3ae5d4af9f745e4" /><Relationship Type="http://schemas.openxmlformats.org/officeDocument/2006/relationships/slide" Target="/ppt/slides/slide18.xml" Id="R191e5cb6bec14af0" /><Relationship Type="http://schemas.openxmlformats.org/officeDocument/2006/relationships/slide" Target="/ppt/slides/slide19.xml" Id="Re87c67f897434978" /><Relationship Type="http://schemas.openxmlformats.org/officeDocument/2006/relationships/slide" Target="/ppt/slides/slide20.xml" Id="Rd3ec6ffb6eff4fde" /><Relationship Type="http://schemas.openxmlformats.org/officeDocument/2006/relationships/slide" Target="/ppt/slides/slide21.xml" Id="R077b60c36b184f32" /><Relationship Type="http://schemas.openxmlformats.org/officeDocument/2006/relationships/slide" Target="/ppt/slides/slide22.xml" Id="Re8dc11ad588a41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201540aa014a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ba83486a3345a6" /><Relationship Type="http://schemas.openxmlformats.org/officeDocument/2006/relationships/notesMaster" Target="/ppt/notesMasters/notesMaster1.xml" Id="R9af43a5160e741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c93d401e1d4b5f" /><Relationship Type="http://schemas.openxmlformats.org/officeDocument/2006/relationships/notesMaster" Target="/ppt/notesMasters/notesMaster1.xml" Id="R69fff3dffa4640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4e191d4af94f88" /><Relationship Type="http://schemas.openxmlformats.org/officeDocument/2006/relationships/notesMaster" Target="/ppt/notesMasters/notesMaster1.xml" Id="Rd8174b49caf340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5b5d49a23a478f" /><Relationship Type="http://schemas.openxmlformats.org/officeDocument/2006/relationships/notesMaster" Target="/ppt/notesMasters/notesMaster1.xml" Id="R6dabbe02397047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385deb95224e26" /><Relationship Type="http://schemas.openxmlformats.org/officeDocument/2006/relationships/notesMaster" Target="/ppt/notesMasters/notesMaster1.xml" Id="R08254da7125b46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6cad5adb9f46e9" /><Relationship Type="http://schemas.openxmlformats.org/officeDocument/2006/relationships/notesMaster" Target="/ppt/notesMasters/notesMaster1.xml" Id="R03d13dc663e043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9024a6d5cf4320" /><Relationship Type="http://schemas.openxmlformats.org/officeDocument/2006/relationships/notesMaster" Target="/ppt/notesMasters/notesMaster1.xml" Id="R8a8e39c062584b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851106ba5f4984" /><Relationship Type="http://schemas.openxmlformats.org/officeDocument/2006/relationships/notesMaster" Target="/ppt/notesMasters/notesMaster1.xml" Id="Re71a25d27da849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3fd90abfdd4de4" /><Relationship Type="http://schemas.openxmlformats.org/officeDocument/2006/relationships/notesMaster" Target="/ppt/notesMasters/notesMaster1.xml" Id="Raeca6272038347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2e1054242f43cd" /><Relationship Type="http://schemas.openxmlformats.org/officeDocument/2006/relationships/notesMaster" Target="/ppt/notesMasters/notesMaster1.xml" Id="Rdaadda71a8774b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e484ea0183471c" /><Relationship Type="http://schemas.openxmlformats.org/officeDocument/2006/relationships/notesMaster" Target="/ppt/notesMasters/notesMaster1.xml" Id="Rcb1d20f5bd6e4d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5b8a9be2fe4d4a" /><Relationship Type="http://schemas.openxmlformats.org/officeDocument/2006/relationships/notesMaster" Target="/ppt/notesMasters/notesMaster1.xml" Id="R68f291c512c346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25672cd1dc4446" /><Relationship Type="http://schemas.openxmlformats.org/officeDocument/2006/relationships/notesMaster" Target="/ppt/notesMasters/notesMaster1.xml" Id="R30e0396a14e844d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7a3c11690e4b0d" /><Relationship Type="http://schemas.openxmlformats.org/officeDocument/2006/relationships/notesMaster" Target="/ppt/notesMasters/notesMaster1.xml" Id="Rf55812b54baf43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68aca559bdf400d" /><Relationship Type="http://schemas.openxmlformats.org/officeDocument/2006/relationships/notesMaster" Target="/ppt/notesMasters/notesMaster1.xml" Id="R8c6381dd3f734fb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ccc6af54fa94005" /><Relationship Type="http://schemas.openxmlformats.org/officeDocument/2006/relationships/notesMaster" Target="/ppt/notesMasters/notesMaster1.xml" Id="Rbfbfc42c2de1494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0c75ade17ff424a" /><Relationship Type="http://schemas.openxmlformats.org/officeDocument/2006/relationships/notesMaster" Target="/ppt/notesMasters/notesMaster1.xml" Id="R2dfc28fbf6e94ca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60de2e653e94b65" /><Relationship Type="http://schemas.openxmlformats.org/officeDocument/2006/relationships/notesMaster" Target="/ppt/notesMasters/notesMaster1.xml" Id="Rd90c04025b8e4de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c333331d57248ca" /><Relationship Type="http://schemas.openxmlformats.org/officeDocument/2006/relationships/notesMaster" Target="/ppt/notesMasters/notesMaster1.xml" Id="R7397a1b7e16c43b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3a56d262f1e43e5" /><Relationship Type="http://schemas.openxmlformats.org/officeDocument/2006/relationships/notesMaster" Target="/ppt/notesMasters/notesMaster1.xml" Id="R5f4e74b22a524d0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3a41ed4339d4e89" /><Relationship Type="http://schemas.openxmlformats.org/officeDocument/2006/relationships/notesMaster" Target="/ppt/notesMasters/notesMaster1.xml" Id="Rddc52391d682409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6db069deb694e4b" /><Relationship Type="http://schemas.openxmlformats.org/officeDocument/2006/relationships/notesMaster" Target="/ppt/notesMasters/notesMaster1.xml" Id="Ree6e0156eb6647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55aba454b649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a8e249d465476a" /><Relationship Type="http://schemas.openxmlformats.org/officeDocument/2006/relationships/slideLayout" Target="/ppt/slideLayouts/slideLayout1.xml" Id="R0397e78bd73c41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97e78bd73c41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1767eeb804967" /><Relationship Type="http://schemas.openxmlformats.org/officeDocument/2006/relationships/image" Target="/ppt/media/image.png" Id="Rc8a99bfcad494626" /><Relationship Type="http://schemas.openxmlformats.org/officeDocument/2006/relationships/notesSlide" Target="/ppt/notesSlides/notesSlide1.xml" Id="R91cb3840264b41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eeef697864e78" /><Relationship Type="http://schemas.openxmlformats.org/officeDocument/2006/relationships/notesSlide" Target="/ppt/notesSlides/notesSlide2.xml" Id="R766d9d16e2d443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678722d25459d" /><Relationship Type="http://schemas.openxmlformats.org/officeDocument/2006/relationships/notesSlide" Target="/ppt/notesSlides/notesSlide3.xml" Id="R569c8e9c755a4e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5ce41424d47f2" /><Relationship Type="http://schemas.openxmlformats.org/officeDocument/2006/relationships/image" Target="/ppt/media/image2.png" Id="Rccd5854b135c4e02" /><Relationship Type="http://schemas.openxmlformats.org/officeDocument/2006/relationships/notesSlide" Target="/ppt/notesSlides/notesSlide4.xml" Id="R7309c174283940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399a42bd74ea7" /><Relationship Type="http://schemas.openxmlformats.org/officeDocument/2006/relationships/image" Target="/ppt/media/image3.png" Id="R3cd9d24389654449" /><Relationship Type="http://schemas.openxmlformats.org/officeDocument/2006/relationships/notesSlide" Target="/ppt/notesSlides/notesSlide5.xml" Id="R8b58f046075447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dfe8adc7a4e31" /><Relationship Type="http://schemas.openxmlformats.org/officeDocument/2006/relationships/notesSlide" Target="/ppt/notesSlides/notesSlide6.xml" Id="Rbf85e895aec841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75fd035684785" /><Relationship Type="http://schemas.openxmlformats.org/officeDocument/2006/relationships/notesSlide" Target="/ppt/notesSlides/notesSlide7.xml" Id="R184c0d4001874c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4ed1cc9ee43ae" /><Relationship Type="http://schemas.openxmlformats.org/officeDocument/2006/relationships/image" Target="/ppt/media/image4.png" Id="Re581a1f2561647c1" /><Relationship Type="http://schemas.openxmlformats.org/officeDocument/2006/relationships/notesSlide" Target="/ppt/notesSlides/notesSlide8.xml" Id="Re588c4c13d2f40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a09f43f10411f" /><Relationship Type="http://schemas.openxmlformats.org/officeDocument/2006/relationships/image" Target="/ppt/media/image5.png" Id="Rf09c058ee1164df7" /><Relationship Type="http://schemas.openxmlformats.org/officeDocument/2006/relationships/image" Target="/ppt/media/image6.png" Id="Rad5e7028280e4670" /><Relationship Type="http://schemas.openxmlformats.org/officeDocument/2006/relationships/notesSlide" Target="/ppt/notesSlides/notesSlide9.xml" Id="R4cb104f5c6d34d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f4936b9224065" /><Relationship Type="http://schemas.openxmlformats.org/officeDocument/2006/relationships/notesSlide" Target="/ppt/notesSlides/notesSlide10.xml" Id="R4e1b4be260684d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d25c9dd79482c" /><Relationship Type="http://schemas.openxmlformats.org/officeDocument/2006/relationships/notesSlide" Target="/ppt/notesSlides/notesSlide11.xml" Id="R78f53a4357f24f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c0cb64b1e49bf" /><Relationship Type="http://schemas.openxmlformats.org/officeDocument/2006/relationships/notesSlide" Target="/ppt/notesSlides/notesSlide12.xml" Id="R418fb608abb14d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55bac60c44e92" /><Relationship Type="http://schemas.openxmlformats.org/officeDocument/2006/relationships/notesSlide" Target="/ppt/notesSlides/notesSlide13.xml" Id="Rf22c5a1d02de4a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1c307a9f6454f" /><Relationship Type="http://schemas.openxmlformats.org/officeDocument/2006/relationships/notesSlide" Target="/ppt/notesSlides/notesSlide14.xml" Id="R3a99e65ba6ea4b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b72ff38574a31" /><Relationship Type="http://schemas.openxmlformats.org/officeDocument/2006/relationships/notesSlide" Target="/ppt/notesSlides/notesSlide15.xml" Id="R71cd706982644c1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5587a691c427c" /><Relationship Type="http://schemas.openxmlformats.org/officeDocument/2006/relationships/notesSlide" Target="/ppt/notesSlides/notesSlide16.xml" Id="R9fe12cef5cdd48e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605d119bc448f" /><Relationship Type="http://schemas.openxmlformats.org/officeDocument/2006/relationships/notesSlide" Target="/ppt/notesSlides/notesSlide17.xml" Id="R6a7e6a529a3a41e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4ac68bb414892" /><Relationship Type="http://schemas.openxmlformats.org/officeDocument/2006/relationships/notesSlide" Target="/ppt/notesSlides/notesSlide18.xml" Id="R2f21fc762d0347c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382745e804052" /><Relationship Type="http://schemas.openxmlformats.org/officeDocument/2006/relationships/notesSlide" Target="/ppt/notesSlides/notesSlide19.xml" Id="R6af6ab312268494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31afd78534e74" /><Relationship Type="http://schemas.openxmlformats.org/officeDocument/2006/relationships/notesSlide" Target="/ppt/notesSlides/notesSlide20.xml" Id="R532589cf241e461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e5367dd3a415d" /><Relationship Type="http://schemas.openxmlformats.org/officeDocument/2006/relationships/notesSlide" Target="/ppt/notesSlides/notesSlide21.xml" Id="Rf60d15284477423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f3ef1384f4ffe" /><Relationship Type="http://schemas.openxmlformats.org/officeDocument/2006/relationships/notesSlide" Target="/ppt/notesSlides/notesSlide22.xml" Id="R4c06ed03ef6e4b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hape-0001">
            <a:extLst xmlns:a="http://schemas.openxmlformats.org/drawingml/2006/main">
              <a:ext uri="{FF2B5EF4-FFF2-40B4-BE49-F238E27FC236}">
                <a16:creationId xmlns:a16="http://schemas.microsoft.com/office/drawing/2014/main" id="{24E614D5-30B8-4E00-8E06-5A2130E6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002">
            <a:extLst xmlns:a="http://schemas.openxmlformats.org/drawingml/2006/main">
              <a:ext uri="{FF2B5EF4-FFF2-40B4-BE49-F238E27FC236}">
                <a16:creationId xmlns:a16="http://schemas.microsoft.com/office/drawing/2014/main" id="{E9BD2016-07FD-4496-91E4-7FE85542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54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ChaosDraftParty</a:t>
            </a:r>
          </a:p>
        </p:txBody>
      </p:sp>
      <p:sp>
        <p:nvSpPr>
          <p:cNvPr id="3" name="text-0003">
            <a:extLst xmlns:a="http://schemas.openxmlformats.org/drawingml/2006/main">
              <a:ext uri="{FF2B5EF4-FFF2-40B4-BE49-F238E27FC236}">
                <a16:creationId xmlns:a16="http://schemas.microsoft.com/office/drawing/2014/main" id="{59D5BF82-9877-46BD-9F4F-A38827CC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619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2.5D対戦パーティーゲームと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AIエージェント協働型の制作基盤</a:t>
            </a:r>
          </a:p>
        </p:txBody>
      </p:sp>
      <p:sp>
        <p:nvSpPr>
          <p:cNvPr id="4" name="rule-0004">
            <a:extLst xmlns:a="http://schemas.openxmlformats.org/drawingml/2006/main">
              <a:ext uri="{FF2B5EF4-FFF2-40B4-BE49-F238E27FC236}">
                <a16:creationId xmlns:a16="http://schemas.microsoft.com/office/drawing/2014/main" id="{FDE82D0E-A2EF-42FF-B28A-8A0C7DB8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1219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0005">
            <a:extLst xmlns:a="http://schemas.openxmlformats.org/drawingml/2006/main">
              <a:ext uri="{FF2B5EF4-FFF2-40B4-BE49-F238E27FC236}">
                <a16:creationId xmlns:a16="http://schemas.microsoft.com/office/drawing/2014/main" id="{589DD825-0F52-4972-862A-4D2C3C7B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短いミニゲーム × スキルドラフト × 共有カメラ</a:t>
            </a:r>
          </a:p>
        </p:txBody>
      </p:sp>
      <p:sp>
        <p:nvSpPr>
          <p:cNvPr id="6" name="text-0006">
            <a:extLst xmlns:a="http://schemas.openxmlformats.org/drawingml/2006/main">
              <a:ext uri="{FF2B5EF4-FFF2-40B4-BE49-F238E27FC236}">
                <a16:creationId xmlns:a16="http://schemas.microsoft.com/office/drawing/2014/main" id="{41AE380C-666D-426F-B22E-A25434DB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島田 泰成  /  東海大学 情報メディア学科 小坂研究室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a99bfcad494626"/>
          <a:srcRect xmlns:a="http://schemas.openxmlformats.org/drawingml/2006/main" l="16552" t="0" r="165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4300" y="514350"/>
            <a:ext cx="3695700" cy="5524500"/>
          </a:xfrm>
          <a:prstGeom xmlns:a="http://schemas.openxmlformats.org/drawingml/2006/main" prst="rect">
            <a:avLst/>
          </a:prstGeom>
        </p:spPr>
      </p:pic>
      <p:sp>
        <p:nvSpPr>
          <p:cNvPr id="8" name="image-border-0008">
            <a:extLst xmlns:a="http://schemas.openxmlformats.org/drawingml/2006/main">
              <a:ext uri="{FF2B5EF4-FFF2-40B4-BE49-F238E27FC236}">
                <a16:creationId xmlns:a16="http://schemas.microsoft.com/office/drawing/2014/main" id="{E6F63C05-5CA3-48B6-8635-91A6D4A8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4350"/>
            <a:ext cx="3695700" cy="552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9" name="rule-0009">
            <a:extLst xmlns:a="http://schemas.openxmlformats.org/drawingml/2006/main">
              <a:ext uri="{FF2B5EF4-FFF2-40B4-BE49-F238E27FC236}">
                <a16:creationId xmlns:a16="http://schemas.microsoft.com/office/drawing/2014/main" id="{CAD45D52-1382-4FC3-A461-DDCB44E6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4350"/>
            <a:ext cx="95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ule-0010">
            <a:extLst xmlns:a="http://schemas.openxmlformats.org/drawingml/2006/main">
              <a:ext uri="{FF2B5EF4-FFF2-40B4-BE49-F238E27FC236}">
                <a16:creationId xmlns:a16="http://schemas.microsoft.com/office/drawing/2014/main" id="{0907F240-08ED-4279-8B6E-D9576188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24100"/>
            <a:ext cx="95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ule-0011">
            <a:extLst xmlns:a="http://schemas.openxmlformats.org/drawingml/2006/main">
              <a:ext uri="{FF2B5EF4-FFF2-40B4-BE49-F238E27FC236}">
                <a16:creationId xmlns:a16="http://schemas.microsoft.com/office/drawing/2014/main" id="{91A47D85-097C-479F-BC96-B8DBD804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33850"/>
            <a:ext cx="95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012">
            <a:extLst xmlns:a="http://schemas.openxmlformats.org/drawingml/2006/main">
              <a:ext uri="{FF2B5EF4-FFF2-40B4-BE49-F238E27FC236}">
                <a16:creationId xmlns:a16="http://schemas.microsoft.com/office/drawing/2014/main" id="{30883BF8-7C0B-4BC4-B05E-44DD7A50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制作研究 / 2026</a:t>
            </a:r>
          </a:p>
        </p:txBody>
      </p:sp>
      <p:sp>
        <p:nvSpPr>
          <p:cNvPr id="13" name="text-0013">
            <a:extLst xmlns:a="http://schemas.openxmlformats.org/drawingml/2006/main">
              <a:ext uri="{FF2B5EF4-FFF2-40B4-BE49-F238E27FC236}">
                <a16:creationId xmlns:a16="http://schemas.microsoft.com/office/drawing/2014/main" id="{AFC3FED6-0D05-4E92-9A14-769AA474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948971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014">
            <a:extLst xmlns:a="http://schemas.openxmlformats.org/drawingml/2006/main">
              <a:ext uri="{FF2B5EF4-FFF2-40B4-BE49-F238E27FC236}">
                <a16:creationId xmlns:a16="http://schemas.microsoft.com/office/drawing/2014/main" id="{E019FD2C-4EBF-4443-9A4B-9224C30C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015">
            <a:extLst xmlns:a="http://schemas.openxmlformats.org/drawingml/2006/main">
              <a:ext uri="{FF2B5EF4-FFF2-40B4-BE49-F238E27FC236}">
                <a16:creationId xmlns:a16="http://schemas.microsoft.com/office/drawing/2014/main" id="{66557FE8-988D-432A-AD4D-37FCB80D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成果物は、遊べるゲームと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制作方法の二つ</a:t>
            </a:r>
          </a:p>
        </p:txBody>
      </p:sp>
      <p:sp>
        <p:nvSpPr>
          <p:cNvPr id="3" name="rule-0016">
            <a:extLst xmlns:a="http://schemas.openxmlformats.org/drawingml/2006/main">
              <a:ext uri="{FF2B5EF4-FFF2-40B4-BE49-F238E27FC236}">
                <a16:creationId xmlns:a16="http://schemas.microsoft.com/office/drawing/2014/main" id="{9A241BA9-A30E-472B-BCCB-9CDC2D4A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17">
            <a:extLst xmlns:a="http://schemas.openxmlformats.org/drawingml/2006/main">
              <a:ext uri="{FF2B5EF4-FFF2-40B4-BE49-F238E27FC236}">
                <a16:creationId xmlns:a16="http://schemas.microsoft.com/office/drawing/2014/main" id="{93BE3706-3DD2-4EA4-BB36-1FF6426A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018">
            <a:extLst xmlns:a="http://schemas.openxmlformats.org/drawingml/2006/main">
              <a:ext uri="{FF2B5EF4-FFF2-40B4-BE49-F238E27FC236}">
                <a16:creationId xmlns:a16="http://schemas.microsoft.com/office/drawing/2014/main" id="{8342460D-862F-4793-8E5B-4787A478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6" name="text-0019">
            <a:extLst xmlns:a="http://schemas.openxmlformats.org/drawingml/2006/main">
              <a:ext uri="{FF2B5EF4-FFF2-40B4-BE49-F238E27FC236}">
                <a16:creationId xmlns:a16="http://schemas.microsoft.com/office/drawing/2014/main" id="{9976DC06-3824-4CD2-BFD9-F77164DD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7" name="text-0020">
            <a:extLst xmlns:a="http://schemas.openxmlformats.org/drawingml/2006/main">
              <a:ext uri="{FF2B5EF4-FFF2-40B4-BE49-F238E27FC236}">
                <a16:creationId xmlns:a16="http://schemas.microsoft.com/office/drawing/2014/main" id="{8A4B80E0-2DD6-4058-B756-0A766992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5262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ゲーム</a:t>
            </a:r>
          </a:p>
        </p:txBody>
      </p:sp>
      <p:sp>
        <p:nvSpPr>
          <p:cNvPr id="8" name="text-0021">
            <a:extLst xmlns:a="http://schemas.openxmlformats.org/drawingml/2006/main">
              <a:ext uri="{FF2B5EF4-FFF2-40B4-BE49-F238E27FC236}">
                <a16:creationId xmlns:a16="http://schemas.microsoft.com/office/drawing/2014/main" id="{45EE3264-51F8-4839-A5AA-4B50A1AB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28900"/>
            <a:ext cx="4095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初見でも目的が分かり、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選択が衝突を変える2.5D対戦</a:t>
            </a:r>
          </a:p>
        </p:txBody>
      </p:sp>
      <p:sp>
        <p:nvSpPr>
          <p:cNvPr id="9" name="text-0022">
            <a:extLst xmlns:a="http://schemas.openxmlformats.org/drawingml/2006/main">
              <a:ext uri="{FF2B5EF4-FFF2-40B4-BE49-F238E27FC236}">
                <a16:creationId xmlns:a16="http://schemas.microsoft.com/office/drawing/2014/main" id="{ABEBEE1B-07E3-4BC8-A912-0E95CB41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85950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text-0023">
            <a:extLst xmlns:a="http://schemas.openxmlformats.org/drawingml/2006/main">
              <a:ext uri="{FF2B5EF4-FFF2-40B4-BE49-F238E27FC236}">
                <a16:creationId xmlns:a16="http://schemas.microsoft.com/office/drawing/2014/main" id="{225E2265-16FA-432C-8C2F-05F0E913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制作基盤</a:t>
            </a:r>
          </a:p>
        </p:txBody>
      </p:sp>
      <p:sp>
        <p:nvSpPr>
          <p:cNvPr id="11" name="text-0024">
            <a:extLst xmlns:a="http://schemas.openxmlformats.org/drawingml/2006/main">
              <a:ext uri="{FF2B5EF4-FFF2-40B4-BE49-F238E27FC236}">
                <a16:creationId xmlns:a16="http://schemas.microsoft.com/office/drawing/2014/main" id="{18E64E9C-9ADE-4C8D-A0D7-F966C0EA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28900"/>
            <a:ext cx="4095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MCP・API・Agent・Skillを連携。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一人でも再現できる工程にする</a:t>
            </a:r>
          </a:p>
        </p:txBody>
      </p:sp>
      <p:sp>
        <p:nvSpPr>
          <p:cNvPr id="12" name="rule-0025">
            <a:extLst xmlns:a="http://schemas.openxmlformats.org/drawingml/2006/main">
              <a:ext uri="{FF2B5EF4-FFF2-40B4-BE49-F238E27FC236}">
                <a16:creationId xmlns:a16="http://schemas.microsoft.com/office/drawing/2014/main" id="{334B2336-2889-4C32-8D3C-67B18CA2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-0026">
            <a:extLst xmlns:a="http://schemas.openxmlformats.org/drawingml/2006/main">
              <a:ext uri="{FF2B5EF4-FFF2-40B4-BE49-F238E27FC236}">
                <a16:creationId xmlns:a16="http://schemas.microsoft.com/office/drawing/2014/main" id="{90BAE0B1-3C59-41F2-93A0-F968CE10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0839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027">
            <a:extLst xmlns:a="http://schemas.openxmlformats.org/drawingml/2006/main">
              <a:ext uri="{FF2B5EF4-FFF2-40B4-BE49-F238E27FC236}">
                <a16:creationId xmlns:a16="http://schemas.microsoft.com/office/drawing/2014/main" id="{C06AB531-F8B2-4C4D-A98C-27AC4EAB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研究の問い</a:t>
            </a:r>
          </a:p>
        </p:txBody>
      </p:sp>
      <p:sp>
        <p:nvSpPr>
          <p:cNvPr id="15" name="text-0028">
            <a:extLst xmlns:a="http://schemas.openxmlformats.org/drawingml/2006/main">
              <a:ext uri="{FF2B5EF4-FFF2-40B4-BE49-F238E27FC236}">
                <a16:creationId xmlns:a16="http://schemas.microsoft.com/office/drawing/2014/main" id="{56EB12D9-1B72-4FA6-B5FA-506CC3B4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292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一人の制作者が、複数のAIを役割分担させながら、遊びと品質を両立できるか。</a:t>
            </a:r>
          </a:p>
        </p:txBody>
      </p:sp>
    </p:spTree>
    <p:extLst>
      <p:ext uri="{BB962C8B-B14F-4D97-AF65-F5344CB8AC3E}">
        <p14:creationId xmlns:p14="http://schemas.microsoft.com/office/powerpoint/2010/main" val="6969207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029">
            <a:extLst xmlns:a="http://schemas.openxmlformats.org/drawingml/2006/main">
              <a:ext uri="{FF2B5EF4-FFF2-40B4-BE49-F238E27FC236}">
                <a16:creationId xmlns:a16="http://schemas.microsoft.com/office/drawing/2014/main" id="{E9FE8AE6-C8DE-4085-BF26-DD97C69D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030">
            <a:extLst xmlns:a="http://schemas.openxmlformats.org/drawingml/2006/main">
              <a:ext uri="{FF2B5EF4-FFF2-40B4-BE49-F238E27FC236}">
                <a16:creationId xmlns:a16="http://schemas.microsoft.com/office/drawing/2014/main" id="{874A2D39-B193-49EC-BED7-D5EF9D2A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最初の試作は、何をするゲームか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伝わらなかった</a:t>
            </a:r>
          </a:p>
        </p:txBody>
      </p:sp>
      <p:sp>
        <p:nvSpPr>
          <p:cNvPr id="3" name="rule-0031">
            <a:extLst xmlns:a="http://schemas.openxmlformats.org/drawingml/2006/main">
              <a:ext uri="{FF2B5EF4-FFF2-40B4-BE49-F238E27FC236}">
                <a16:creationId xmlns:a16="http://schemas.microsoft.com/office/drawing/2014/main" id="{F9608488-92B4-487E-B721-18E49482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32">
            <a:extLst xmlns:a="http://schemas.openxmlformats.org/drawingml/2006/main">
              <a:ext uri="{FF2B5EF4-FFF2-40B4-BE49-F238E27FC236}">
                <a16:creationId xmlns:a16="http://schemas.microsoft.com/office/drawing/2014/main" id="{26319CD3-65AE-4267-AAD4-4C6B9A9B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033">
            <a:extLst xmlns:a="http://schemas.openxmlformats.org/drawingml/2006/main">
              <a:ext uri="{FF2B5EF4-FFF2-40B4-BE49-F238E27FC236}">
                <a16:creationId xmlns:a16="http://schemas.microsoft.com/office/drawing/2014/main" id="{233C1A0E-9AE1-4C9A-8339-A4F48AED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6" name="shape-0034">
            <a:extLst xmlns:a="http://schemas.openxmlformats.org/drawingml/2006/main">
              <a:ext uri="{FF2B5EF4-FFF2-40B4-BE49-F238E27FC236}">
                <a16:creationId xmlns:a16="http://schemas.microsoft.com/office/drawing/2014/main" id="{D16A2AA5-898C-4129-8D9C-1B472450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035">
            <a:extLst xmlns:a="http://schemas.openxmlformats.org/drawingml/2006/main">
              <a:ext uri="{FF2B5EF4-FFF2-40B4-BE49-F238E27FC236}">
                <a16:creationId xmlns:a16="http://schemas.microsoft.com/office/drawing/2014/main" id="{D592D471-55E1-4537-9D70-73B79F60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3714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3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「これ、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33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  何のゲーム？」</a:t>
            </a:r>
          </a:p>
        </p:txBody>
      </p:sp>
      <p:sp>
        <p:nvSpPr>
          <p:cNvPr id="8" name="text-0036">
            <a:extLst xmlns:a="http://schemas.openxmlformats.org/drawingml/2006/main">
              <a:ext uri="{FF2B5EF4-FFF2-40B4-BE49-F238E27FC236}">
                <a16:creationId xmlns:a16="http://schemas.microsoft.com/office/drawing/2014/main" id="{7219E4B0-B6DE-4E1A-BC93-3D0E65FA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0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2026年6月 / 中間発表での予備フィードバック</a:t>
            </a:r>
          </a:p>
        </p:txBody>
      </p:sp>
      <p:sp>
        <p:nvSpPr>
          <p:cNvPr id="9" name="text-0037">
            <a:extLst xmlns:a="http://schemas.openxmlformats.org/drawingml/2006/main">
              <a:ext uri="{FF2B5EF4-FFF2-40B4-BE49-F238E27FC236}">
                <a16:creationId xmlns:a16="http://schemas.microsoft.com/office/drawing/2014/main" id="{733E1362-D454-4154-A26A-54009324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431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見えにくかったもの</a:t>
            </a:r>
          </a:p>
        </p:txBody>
      </p:sp>
      <p:sp>
        <p:nvSpPr>
          <p:cNvPr id="10" name="shape-0038">
            <a:extLst xmlns:a="http://schemas.openxmlformats.org/drawingml/2006/main">
              <a:ext uri="{FF2B5EF4-FFF2-40B4-BE49-F238E27FC236}">
                <a16:creationId xmlns:a16="http://schemas.microsoft.com/office/drawing/2014/main" id="{F8EC8CF2-352E-45FB-BBE0-DB60BB37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14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039">
            <a:extLst xmlns:a="http://schemas.openxmlformats.org/drawingml/2006/main">
              <a:ext uri="{FF2B5EF4-FFF2-40B4-BE49-F238E27FC236}">
                <a16:creationId xmlns:a16="http://schemas.microsoft.com/office/drawing/2014/main" id="{CA8B062C-383F-4DE6-B0C0-774B3BEB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0985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目的地と勝敗条件</a:t>
            </a:r>
          </a:p>
        </p:txBody>
      </p:sp>
      <p:sp>
        <p:nvSpPr>
          <p:cNvPr id="12" name="shape-0040">
            <a:extLst xmlns:a="http://schemas.openxmlformats.org/drawingml/2006/main">
              <a:ext uri="{FF2B5EF4-FFF2-40B4-BE49-F238E27FC236}">
                <a16:creationId xmlns:a16="http://schemas.microsoft.com/office/drawing/2014/main" id="{B7B97D1B-9CCB-48CB-ACEC-576700B9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62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041">
            <a:extLst xmlns:a="http://schemas.openxmlformats.org/drawingml/2006/main">
              <a:ext uri="{FF2B5EF4-FFF2-40B4-BE49-F238E27FC236}">
                <a16:creationId xmlns:a16="http://schemas.microsoft.com/office/drawing/2014/main" id="{DF464972-2758-4CB6-9C50-0590F93A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5755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他プレイヤーとの距離</a:t>
            </a:r>
          </a:p>
        </p:txBody>
      </p:sp>
      <p:sp>
        <p:nvSpPr>
          <p:cNvPr id="14" name="shape-0042">
            <a:extLst xmlns:a="http://schemas.openxmlformats.org/drawingml/2006/main">
              <a:ext uri="{FF2B5EF4-FFF2-40B4-BE49-F238E27FC236}">
                <a16:creationId xmlns:a16="http://schemas.microsoft.com/office/drawing/2014/main" id="{874A0F7B-CEED-4B62-A9C5-863120D9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010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043">
            <a:extLst xmlns:a="http://schemas.openxmlformats.org/drawingml/2006/main">
              <a:ext uri="{FF2B5EF4-FFF2-40B4-BE49-F238E27FC236}">
                <a16:creationId xmlns:a16="http://schemas.microsoft.com/office/drawing/2014/main" id="{2C57FF82-35D6-421B-9B3F-AF4BB5BE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0525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危険な場所と衝突の瞬間</a:t>
            </a:r>
          </a:p>
        </p:txBody>
      </p:sp>
      <p:sp>
        <p:nvSpPr>
          <p:cNvPr id="16" name="text-0044">
            <a:extLst xmlns:a="http://schemas.openxmlformats.org/drawingml/2006/main">
              <a:ext uri="{FF2B5EF4-FFF2-40B4-BE49-F238E27FC236}">
                <a16:creationId xmlns:a16="http://schemas.microsoft.com/office/drawing/2014/main" id="{A4EC0B6C-0FBB-424B-BCBC-0B7FE7F6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577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エフェクトを増やす前に、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画面の構造を変える必要があった。</a:t>
            </a:r>
          </a:p>
        </p:txBody>
      </p:sp>
    </p:spTree>
    <p:extLst>
      <p:ext uri="{BB962C8B-B14F-4D97-AF65-F5344CB8AC3E}">
        <p14:creationId xmlns:p14="http://schemas.microsoft.com/office/powerpoint/2010/main" val="12979063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045">
            <a:extLst xmlns:a="http://schemas.openxmlformats.org/drawingml/2006/main">
              <a:ext uri="{FF2B5EF4-FFF2-40B4-BE49-F238E27FC236}">
                <a16:creationId xmlns:a16="http://schemas.microsoft.com/office/drawing/2014/main" id="{347C3508-8F8E-48DD-83CB-82DC0C76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046">
            <a:extLst xmlns:a="http://schemas.openxmlformats.org/drawingml/2006/main">
              <a:ext uri="{FF2B5EF4-FFF2-40B4-BE49-F238E27FC236}">
                <a16:creationId xmlns:a16="http://schemas.microsoft.com/office/drawing/2014/main" id="{0F3F51FA-39A2-46B1-8AE1-DE516FE7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そこで、自由な3D空間から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共有カメラの2.5Dへ変更した</a:t>
            </a:r>
          </a:p>
        </p:txBody>
      </p:sp>
      <p:sp>
        <p:nvSpPr>
          <p:cNvPr id="3" name="rule-0047">
            <a:extLst xmlns:a="http://schemas.openxmlformats.org/drawingml/2006/main">
              <a:ext uri="{FF2B5EF4-FFF2-40B4-BE49-F238E27FC236}">
                <a16:creationId xmlns:a16="http://schemas.microsoft.com/office/drawing/2014/main" id="{6B970672-13AB-4302-8112-09F4FF2E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48">
            <a:extLst xmlns:a="http://schemas.openxmlformats.org/drawingml/2006/main">
              <a:ext uri="{FF2B5EF4-FFF2-40B4-BE49-F238E27FC236}">
                <a16:creationId xmlns:a16="http://schemas.microsoft.com/office/drawing/2014/main" id="{E2500924-4C0F-4A6C-A548-04039670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049">
            <a:extLst xmlns:a="http://schemas.openxmlformats.org/drawingml/2006/main">
              <a:ext uri="{FF2B5EF4-FFF2-40B4-BE49-F238E27FC236}">
                <a16:creationId xmlns:a16="http://schemas.microsoft.com/office/drawing/2014/main" id="{9EF3DCFC-7B61-4EE2-84EC-8D6ABA62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6" name="shape-0050">
            <a:extLst xmlns:a="http://schemas.openxmlformats.org/drawingml/2006/main">
              <a:ext uri="{FF2B5EF4-FFF2-40B4-BE49-F238E27FC236}">
                <a16:creationId xmlns:a16="http://schemas.microsoft.com/office/drawing/2014/main" id="{17DCC619-46B4-4BFD-BDE3-2D78789E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2667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051">
            <a:extLst xmlns:a="http://schemas.openxmlformats.org/drawingml/2006/main">
              <a:ext uri="{FF2B5EF4-FFF2-40B4-BE49-F238E27FC236}">
                <a16:creationId xmlns:a16="http://schemas.microsoft.com/office/drawing/2014/main" id="{220F53DF-5C4F-4956-9BE8-CAB29922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3Dで描く。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2Dで戦う。</a:t>
            </a:r>
          </a:p>
        </p:txBody>
      </p:sp>
      <p:sp>
        <p:nvSpPr>
          <p:cNvPr id="8" name="text-0052">
            <a:extLst xmlns:a="http://schemas.openxmlformats.org/drawingml/2006/main">
              <a:ext uri="{FF2B5EF4-FFF2-40B4-BE49-F238E27FC236}">
                <a16:creationId xmlns:a16="http://schemas.microsoft.com/office/drawing/2014/main" id="{E2CB6BE9-616A-44DE-B59E-3E68E185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全員が同時に見える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画面の奥行きを固定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操作の軸を限定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5854b135c4e02"/>
          <a:srcRect xmlns:a="http://schemas.openxmlformats.org/drawingml/2006/main" l="9054" t="0" r="90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95700" y="1809750"/>
            <a:ext cx="7791450" cy="4000500"/>
          </a:xfrm>
          <a:prstGeom xmlns:a="http://schemas.openxmlformats.org/drawingml/2006/main" prst="rect">
            <a:avLst/>
          </a:prstGeom>
        </p:spPr>
      </p:pic>
      <p:sp>
        <p:nvSpPr>
          <p:cNvPr id="10" name="image-border-0054">
            <a:extLst xmlns:a="http://schemas.openxmlformats.org/drawingml/2006/main">
              <a:ext uri="{FF2B5EF4-FFF2-40B4-BE49-F238E27FC236}">
                <a16:creationId xmlns:a16="http://schemas.microsoft.com/office/drawing/2014/main" id="{208DAE56-5761-40BD-A751-2F623059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09750"/>
            <a:ext cx="77914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11" name="text-0055">
            <a:extLst xmlns:a="http://schemas.openxmlformats.org/drawingml/2006/main">
              <a:ext uri="{FF2B5EF4-FFF2-40B4-BE49-F238E27FC236}">
                <a16:creationId xmlns:a16="http://schemas.microsoft.com/office/drawing/2014/main" id="{BE8F14C9-6FF1-4172-8DE4-F86B9582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886450"/>
            <a:ext cx="7791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0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Unreal Engine上の2.5Dアリーナ検証。横方向の移動と共有視点を前提に再構成。</a:t>
            </a:r>
          </a:p>
        </p:txBody>
      </p:sp>
    </p:spTree>
    <p:extLst>
      <p:ext uri="{BB962C8B-B14F-4D97-AF65-F5344CB8AC3E}">
        <p14:creationId xmlns:p14="http://schemas.microsoft.com/office/powerpoint/2010/main" val="20117307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056">
            <a:extLst xmlns:a="http://schemas.openxmlformats.org/drawingml/2006/main">
              <a:ext uri="{FF2B5EF4-FFF2-40B4-BE49-F238E27FC236}">
                <a16:creationId xmlns:a16="http://schemas.microsoft.com/office/drawing/2014/main" id="{2D54AB8F-C7DD-43A1-8B10-24148E06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057">
            <a:extLst xmlns:a="http://schemas.openxmlformats.org/drawingml/2006/main">
              <a:ext uri="{FF2B5EF4-FFF2-40B4-BE49-F238E27FC236}">
                <a16:creationId xmlns:a16="http://schemas.microsoft.com/office/drawing/2014/main" id="{A5237F36-5F56-4D7A-A86C-0701D118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90秒の試合で、選んだスキルが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次の衝突を変える</a:t>
            </a:r>
          </a:p>
        </p:txBody>
      </p:sp>
      <p:sp>
        <p:nvSpPr>
          <p:cNvPr id="3" name="rule-0058">
            <a:extLst xmlns:a="http://schemas.openxmlformats.org/drawingml/2006/main">
              <a:ext uri="{FF2B5EF4-FFF2-40B4-BE49-F238E27FC236}">
                <a16:creationId xmlns:a16="http://schemas.microsoft.com/office/drawing/2014/main" id="{62813A40-6ACA-4A5B-B1B9-23660C7F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59">
            <a:extLst xmlns:a="http://schemas.openxmlformats.org/drawingml/2006/main">
              <a:ext uri="{FF2B5EF4-FFF2-40B4-BE49-F238E27FC236}">
                <a16:creationId xmlns:a16="http://schemas.microsoft.com/office/drawing/2014/main" id="{4A5BA516-C510-458F-84D6-213395F3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060">
            <a:extLst xmlns:a="http://schemas.openxmlformats.org/drawingml/2006/main">
              <a:ext uri="{FF2B5EF4-FFF2-40B4-BE49-F238E27FC236}">
                <a16:creationId xmlns:a16="http://schemas.microsoft.com/office/drawing/2014/main" id="{D309ED5B-F673-447E-AE23-37CC1842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9d24389654449"/>
          <a:srcRect xmlns:a="http://schemas.openxmlformats.org/drawingml/2006/main" l="714" t="0" r="7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809750"/>
            <a:ext cx="3943350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image-border-0062">
            <a:extLst xmlns:a="http://schemas.openxmlformats.org/drawingml/2006/main">
              <a:ext uri="{FF2B5EF4-FFF2-40B4-BE49-F238E27FC236}">
                <a16:creationId xmlns:a16="http://schemas.microsoft.com/office/drawing/2014/main" id="{EE4CD684-CE22-470E-872F-798E9175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9433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8" name="text-0063">
            <a:extLst xmlns:a="http://schemas.openxmlformats.org/drawingml/2006/main">
              <a:ext uri="{FF2B5EF4-FFF2-40B4-BE49-F238E27FC236}">
                <a16:creationId xmlns:a16="http://schemas.microsoft.com/office/drawing/2014/main" id="{C776C412-3FAF-427C-AFC8-E451746C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431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試合前</a:t>
            </a:r>
          </a:p>
        </p:txBody>
      </p:sp>
      <p:sp>
        <p:nvSpPr>
          <p:cNvPr id="9" name="text-0064">
            <a:extLst xmlns:a="http://schemas.openxmlformats.org/drawingml/2006/main">
              <a:ext uri="{FF2B5EF4-FFF2-40B4-BE49-F238E27FC236}">
                <a16:creationId xmlns:a16="http://schemas.microsoft.com/office/drawing/2014/main" id="{ADD6F34D-6251-4D11-8BF5-39B1DE1C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8125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4択から1つスキルを選ぶ</a:t>
            </a:r>
          </a:p>
        </p:txBody>
      </p:sp>
      <p:sp>
        <p:nvSpPr>
          <p:cNvPr id="10" name="rule-0065">
            <a:extLst xmlns:a="http://schemas.openxmlformats.org/drawingml/2006/main">
              <a:ext uri="{FF2B5EF4-FFF2-40B4-BE49-F238E27FC236}">
                <a16:creationId xmlns:a16="http://schemas.microsoft.com/office/drawing/2014/main" id="{B61EF44B-5F45-49F4-8341-B76D3001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0515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066">
            <a:extLst xmlns:a="http://schemas.openxmlformats.org/drawingml/2006/main">
              <a:ext uri="{FF2B5EF4-FFF2-40B4-BE49-F238E27FC236}">
                <a16:creationId xmlns:a16="http://schemas.microsoft.com/office/drawing/2014/main" id="{809CF0CA-7BCD-4F3B-9D1F-9A224106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71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試合中</a:t>
            </a:r>
          </a:p>
        </p:txBody>
      </p:sp>
      <p:sp>
        <p:nvSpPr>
          <p:cNvPr id="12" name="text-0067">
            <a:extLst xmlns:a="http://schemas.openxmlformats.org/drawingml/2006/main">
              <a:ext uri="{FF2B5EF4-FFF2-40B4-BE49-F238E27FC236}">
                <a16:creationId xmlns:a16="http://schemas.microsoft.com/office/drawing/2014/main" id="{2294F00D-98C1-49D1-A311-D75D9389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8100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移動・攻撃・感知でぶつかる</a:t>
            </a:r>
          </a:p>
        </p:txBody>
      </p:sp>
      <p:sp>
        <p:nvSpPr>
          <p:cNvPr id="13" name="rule-0068">
            <a:extLst xmlns:a="http://schemas.openxmlformats.org/drawingml/2006/main">
              <a:ext uri="{FF2B5EF4-FFF2-40B4-BE49-F238E27FC236}">
                <a16:creationId xmlns:a16="http://schemas.microsoft.com/office/drawing/2014/main" id="{944D44C9-2492-4F54-88E3-5A6ECDD8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339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069">
            <a:extLst xmlns:a="http://schemas.openxmlformats.org/drawingml/2006/main">
              <a:ext uri="{FF2B5EF4-FFF2-40B4-BE49-F238E27FC236}">
                <a16:creationId xmlns:a16="http://schemas.microsoft.com/office/drawing/2014/main" id="{D08561BF-CA80-4598-ADE2-B8F3EC6C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006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試合後</a:t>
            </a:r>
          </a:p>
        </p:txBody>
      </p:sp>
      <p:sp>
        <p:nvSpPr>
          <p:cNvPr id="15" name="text-0070">
            <a:extLst xmlns:a="http://schemas.openxmlformats.org/drawingml/2006/main">
              <a:ext uri="{FF2B5EF4-FFF2-40B4-BE49-F238E27FC236}">
                <a16:creationId xmlns:a16="http://schemas.microsoft.com/office/drawing/2014/main" id="{3C2BC232-3686-474B-AADC-6E27230A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3875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得点を持って、次の選択へ</a:t>
            </a:r>
          </a:p>
        </p:txBody>
      </p:sp>
    </p:spTree>
    <p:extLst>
      <p:ext uri="{BB962C8B-B14F-4D97-AF65-F5344CB8AC3E}">
        <p14:creationId xmlns:p14="http://schemas.microsoft.com/office/powerpoint/2010/main" val="7143229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071">
            <a:extLst xmlns:a="http://schemas.openxmlformats.org/drawingml/2006/main">
              <a:ext uri="{FF2B5EF4-FFF2-40B4-BE49-F238E27FC236}">
                <a16:creationId xmlns:a16="http://schemas.microsoft.com/office/drawing/2014/main" id="{D4EFF1E0-74B0-44FD-A3C5-DFB899C6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072">
            <a:extLst xmlns:a="http://schemas.openxmlformats.org/drawingml/2006/main">
              <a:ext uri="{FF2B5EF4-FFF2-40B4-BE49-F238E27FC236}">
                <a16:creationId xmlns:a16="http://schemas.microsoft.com/office/drawing/2014/main" id="{B0C7F09D-72D5-4894-86EE-40243413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一試合は、五つの行動を繰り返す</a:t>
            </a:r>
          </a:p>
        </p:txBody>
      </p:sp>
      <p:sp>
        <p:nvSpPr>
          <p:cNvPr id="3" name="rule-0073">
            <a:extLst xmlns:a="http://schemas.openxmlformats.org/drawingml/2006/main">
              <a:ext uri="{FF2B5EF4-FFF2-40B4-BE49-F238E27FC236}">
                <a16:creationId xmlns:a16="http://schemas.microsoft.com/office/drawing/2014/main" id="{F9A7018C-2A7C-423F-B702-118A0223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74">
            <a:extLst xmlns:a="http://schemas.openxmlformats.org/drawingml/2006/main">
              <a:ext uri="{FF2B5EF4-FFF2-40B4-BE49-F238E27FC236}">
                <a16:creationId xmlns:a16="http://schemas.microsoft.com/office/drawing/2014/main" id="{EF197CDA-A595-4DDD-B0DE-716DAF15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075">
            <a:extLst xmlns:a="http://schemas.openxmlformats.org/drawingml/2006/main">
              <a:ext uri="{FF2B5EF4-FFF2-40B4-BE49-F238E27FC236}">
                <a16:creationId xmlns:a16="http://schemas.microsoft.com/office/drawing/2014/main" id="{C7940C21-30EC-46EF-8A94-026B67DB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  <p:sp>
        <p:nvSpPr>
          <p:cNvPr id="6" name="text-0076">
            <a:extLst xmlns:a="http://schemas.openxmlformats.org/drawingml/2006/main">
              <a:ext uri="{FF2B5EF4-FFF2-40B4-BE49-F238E27FC236}">
                <a16:creationId xmlns:a16="http://schemas.microsoft.com/office/drawing/2014/main" id="{F822AB9A-18AB-4F37-8747-18331BFE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7" name="rule-0077">
            <a:extLst xmlns:a="http://schemas.openxmlformats.org/drawingml/2006/main">
              <a:ext uri="{FF2B5EF4-FFF2-40B4-BE49-F238E27FC236}">
                <a16:creationId xmlns:a16="http://schemas.microsoft.com/office/drawing/2014/main" id="{92AFCC42-947C-4A76-9A82-A233F375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1847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078">
            <a:extLst xmlns:a="http://schemas.openxmlformats.org/drawingml/2006/main">
              <a:ext uri="{FF2B5EF4-FFF2-40B4-BE49-F238E27FC236}">
                <a16:creationId xmlns:a16="http://schemas.microsoft.com/office/drawing/2014/main" id="{086A8376-0682-4D15-93DF-B0631D0A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選ぶ</a:t>
            </a:r>
          </a:p>
        </p:txBody>
      </p:sp>
      <p:sp>
        <p:nvSpPr>
          <p:cNvPr id="9" name="text-0079">
            <a:extLst xmlns:a="http://schemas.openxmlformats.org/drawingml/2006/main">
              <a:ext uri="{FF2B5EF4-FFF2-40B4-BE49-F238E27FC236}">
                <a16:creationId xmlns:a16="http://schemas.microsoft.com/office/drawing/2014/main" id="{AE0246A4-8658-487E-AF40-56D631B3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62350"/>
            <a:ext cx="1847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4択から選ぶ</a:t>
            </a:r>
          </a:p>
        </p:txBody>
      </p:sp>
      <p:sp>
        <p:nvSpPr>
          <p:cNvPr id="10" name="text-0080">
            <a:extLst xmlns:a="http://schemas.openxmlformats.org/drawingml/2006/main">
              <a:ext uri="{FF2B5EF4-FFF2-40B4-BE49-F238E27FC236}">
                <a16:creationId xmlns:a16="http://schemas.microsoft.com/office/drawing/2014/main" id="{C0DF968C-99E8-4953-9737-3429E737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48000"/>
            <a:ext cx="24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5C6268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1" name="text-0081">
            <a:extLst xmlns:a="http://schemas.openxmlformats.org/drawingml/2006/main">
              <a:ext uri="{FF2B5EF4-FFF2-40B4-BE49-F238E27FC236}">
                <a16:creationId xmlns:a16="http://schemas.microsoft.com/office/drawing/2014/main" id="{7CC9B7BB-C0CA-4520-B2B0-3EFB3453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193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rule-0082">
            <a:extLst xmlns:a="http://schemas.openxmlformats.org/drawingml/2006/main">
              <a:ext uri="{FF2B5EF4-FFF2-40B4-BE49-F238E27FC236}">
                <a16:creationId xmlns:a16="http://schemas.microsoft.com/office/drawing/2014/main" id="{D3CA0E94-07A5-4C19-9187-00777FD9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09850"/>
            <a:ext cx="1847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083">
            <a:extLst xmlns:a="http://schemas.openxmlformats.org/drawingml/2006/main">
              <a:ext uri="{FF2B5EF4-FFF2-40B4-BE49-F238E27FC236}">
                <a16:creationId xmlns:a16="http://schemas.microsoft.com/office/drawing/2014/main" id="{418D988E-9E49-4993-A6AF-CDC8F0D4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5275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読む</a:t>
            </a:r>
          </a:p>
        </p:txBody>
      </p:sp>
      <p:sp>
        <p:nvSpPr>
          <p:cNvPr id="14" name="text-0084">
            <a:extLst xmlns:a="http://schemas.openxmlformats.org/drawingml/2006/main">
              <a:ext uri="{FF2B5EF4-FFF2-40B4-BE49-F238E27FC236}">
                <a16:creationId xmlns:a16="http://schemas.microsoft.com/office/drawing/2014/main" id="{5F49DBAA-66EF-4884-9447-46835E94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562350"/>
            <a:ext cx="1847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相手と危険地帯を見る</a:t>
            </a:r>
          </a:p>
        </p:txBody>
      </p:sp>
      <p:sp>
        <p:nvSpPr>
          <p:cNvPr id="15" name="text-0085">
            <a:extLst xmlns:a="http://schemas.openxmlformats.org/drawingml/2006/main">
              <a:ext uri="{FF2B5EF4-FFF2-40B4-BE49-F238E27FC236}">
                <a16:creationId xmlns:a16="http://schemas.microsoft.com/office/drawing/2014/main" id="{EBECB98D-1923-4BFE-936A-1163CEAD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048000"/>
            <a:ext cx="24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5C6268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6" name="text-0086">
            <a:extLst xmlns:a="http://schemas.openxmlformats.org/drawingml/2006/main">
              <a:ext uri="{FF2B5EF4-FFF2-40B4-BE49-F238E27FC236}">
                <a16:creationId xmlns:a16="http://schemas.microsoft.com/office/drawing/2014/main" id="{06171881-DBB4-48D6-90F5-3C183823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193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7" name="rule-0087">
            <a:extLst xmlns:a="http://schemas.openxmlformats.org/drawingml/2006/main">
              <a:ext uri="{FF2B5EF4-FFF2-40B4-BE49-F238E27FC236}">
                <a16:creationId xmlns:a16="http://schemas.microsoft.com/office/drawing/2014/main" id="{5864E6D8-6420-4353-A0E2-0F63EF58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09850"/>
            <a:ext cx="1847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088">
            <a:extLst xmlns:a="http://schemas.openxmlformats.org/drawingml/2006/main">
              <a:ext uri="{FF2B5EF4-FFF2-40B4-BE49-F238E27FC236}">
                <a16:creationId xmlns:a16="http://schemas.microsoft.com/office/drawing/2014/main" id="{69BD1C9E-43EA-416E-80C5-AA6D2D9A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5275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ぶつかる</a:t>
            </a:r>
          </a:p>
        </p:txBody>
      </p:sp>
      <p:sp>
        <p:nvSpPr>
          <p:cNvPr id="19" name="text-0089">
            <a:extLst xmlns:a="http://schemas.openxmlformats.org/drawingml/2006/main">
              <a:ext uri="{FF2B5EF4-FFF2-40B4-BE49-F238E27FC236}">
                <a16:creationId xmlns:a16="http://schemas.microsoft.com/office/drawing/2014/main" id="{A6944916-1918-45E4-A149-ED218D6D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62350"/>
            <a:ext cx="1847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短い判断で接触する</a:t>
            </a:r>
          </a:p>
        </p:txBody>
      </p:sp>
      <p:sp>
        <p:nvSpPr>
          <p:cNvPr id="20" name="text-0090">
            <a:extLst xmlns:a="http://schemas.openxmlformats.org/drawingml/2006/main">
              <a:ext uri="{FF2B5EF4-FFF2-40B4-BE49-F238E27FC236}">
                <a16:creationId xmlns:a16="http://schemas.microsoft.com/office/drawing/2014/main" id="{8FDB0FD2-23A0-4B21-9C7E-BA7B2CAB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048000"/>
            <a:ext cx="24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5C6268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21" name="text-0091">
            <a:extLst xmlns:a="http://schemas.openxmlformats.org/drawingml/2006/main">
              <a:ext uri="{FF2B5EF4-FFF2-40B4-BE49-F238E27FC236}">
                <a16:creationId xmlns:a16="http://schemas.microsoft.com/office/drawing/2014/main" id="{9855BD7E-793B-437D-BDAC-93DA8B15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193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22" name="rule-0092">
            <a:extLst xmlns:a="http://schemas.openxmlformats.org/drawingml/2006/main">
              <a:ext uri="{FF2B5EF4-FFF2-40B4-BE49-F238E27FC236}">
                <a16:creationId xmlns:a16="http://schemas.microsoft.com/office/drawing/2014/main" id="{77C5D4DD-6AB4-4519-8A43-87414CC1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09850"/>
            <a:ext cx="1847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093">
            <a:extLst xmlns:a="http://schemas.openxmlformats.org/drawingml/2006/main">
              <a:ext uri="{FF2B5EF4-FFF2-40B4-BE49-F238E27FC236}">
                <a16:creationId xmlns:a16="http://schemas.microsoft.com/office/drawing/2014/main" id="{A0FA7866-D407-49FF-AAEB-E8704E7A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5275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得点</a:t>
            </a:r>
          </a:p>
        </p:txBody>
      </p:sp>
      <p:sp>
        <p:nvSpPr>
          <p:cNvPr id="24" name="text-0094">
            <a:extLst xmlns:a="http://schemas.openxmlformats.org/drawingml/2006/main">
              <a:ext uri="{FF2B5EF4-FFF2-40B4-BE49-F238E27FC236}">
                <a16:creationId xmlns:a16="http://schemas.microsoft.com/office/drawing/2014/main" id="{7BFA3131-9C90-4BE3-BF67-796E8800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62350"/>
            <a:ext cx="1847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結果を順位へ反映する</a:t>
            </a:r>
          </a:p>
        </p:txBody>
      </p:sp>
      <p:sp>
        <p:nvSpPr>
          <p:cNvPr id="25" name="text-0095">
            <a:extLst xmlns:a="http://schemas.openxmlformats.org/drawingml/2006/main">
              <a:ext uri="{FF2B5EF4-FFF2-40B4-BE49-F238E27FC236}">
                <a16:creationId xmlns:a16="http://schemas.microsoft.com/office/drawing/2014/main" id="{A167F56F-0178-40B6-8BD0-36A34D17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048000"/>
            <a:ext cx="247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5C6268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26" name="text-0096">
            <a:extLst xmlns:a="http://schemas.openxmlformats.org/drawingml/2006/main">
              <a:ext uri="{FF2B5EF4-FFF2-40B4-BE49-F238E27FC236}">
                <a16:creationId xmlns:a16="http://schemas.microsoft.com/office/drawing/2014/main" id="{089B6566-34E2-4C3D-84D8-267D1CF4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193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4CC3D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84CC3D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sp>
        <p:nvSpPr>
          <p:cNvPr id="27" name="rule-0097">
            <a:extLst xmlns:a="http://schemas.openxmlformats.org/drawingml/2006/main">
              <a:ext uri="{FF2B5EF4-FFF2-40B4-BE49-F238E27FC236}">
                <a16:creationId xmlns:a16="http://schemas.microsoft.com/office/drawing/2014/main" id="{E6903E35-3B23-4016-A0AE-D39AFD56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09850"/>
            <a:ext cx="1847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C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0098">
            <a:extLst xmlns:a="http://schemas.openxmlformats.org/drawingml/2006/main">
              <a:ext uri="{FF2B5EF4-FFF2-40B4-BE49-F238E27FC236}">
                <a16:creationId xmlns:a16="http://schemas.microsoft.com/office/drawing/2014/main" id="{78AC4DDF-D2F5-4317-B3E5-8C9A26C6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5275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次へ</a:t>
            </a:r>
          </a:p>
        </p:txBody>
      </p:sp>
      <p:sp>
        <p:nvSpPr>
          <p:cNvPr id="29" name="text-0099">
            <a:extLst xmlns:a="http://schemas.openxmlformats.org/drawingml/2006/main">
              <a:ext uri="{FF2B5EF4-FFF2-40B4-BE49-F238E27FC236}">
                <a16:creationId xmlns:a16="http://schemas.microsoft.com/office/drawing/2014/main" id="{E466F3B5-3C6B-4D41-9498-37620566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62350"/>
            <a:ext cx="1847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組み合わせを更新する</a:t>
            </a:r>
          </a:p>
        </p:txBody>
      </p:sp>
      <p:sp>
        <p:nvSpPr>
          <p:cNvPr id="30" name="shape-0100">
            <a:extLst xmlns:a="http://schemas.openxmlformats.org/drawingml/2006/main">
              <a:ext uri="{FF2B5EF4-FFF2-40B4-BE49-F238E27FC236}">
                <a16:creationId xmlns:a16="http://schemas.microsoft.com/office/drawing/2014/main" id="{285E4AC3-8C53-48F9-AF34-85BCA37F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10725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0101">
            <a:extLst xmlns:a="http://schemas.openxmlformats.org/drawingml/2006/main">
              <a:ext uri="{FF2B5EF4-FFF2-40B4-BE49-F238E27FC236}">
                <a16:creationId xmlns:a16="http://schemas.microsoft.com/office/drawing/2014/main" id="{40A24641-E4B1-4986-832C-3B0D83A2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長い説明は置かず、短い試合で「選択 → 結果」の関係を覚えられる構造にする。</a:t>
            </a:r>
          </a:p>
        </p:txBody>
      </p:sp>
    </p:spTree>
    <p:extLst>
      <p:ext uri="{BB962C8B-B14F-4D97-AF65-F5344CB8AC3E}">
        <p14:creationId xmlns:p14="http://schemas.microsoft.com/office/powerpoint/2010/main" val="9513950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102">
            <a:extLst xmlns:a="http://schemas.openxmlformats.org/drawingml/2006/main">
              <a:ext uri="{FF2B5EF4-FFF2-40B4-BE49-F238E27FC236}">
                <a16:creationId xmlns:a16="http://schemas.microsoft.com/office/drawing/2014/main" id="{BF6C88AC-631E-4A69-BE7C-CC0F0048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103">
            <a:extLst xmlns:a="http://schemas.openxmlformats.org/drawingml/2006/main">
              <a:ext uri="{FF2B5EF4-FFF2-40B4-BE49-F238E27FC236}">
                <a16:creationId xmlns:a16="http://schemas.microsoft.com/office/drawing/2014/main" id="{00F83DF6-1207-4954-8078-9E7892BC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スキルは三系統。強さより、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違いが見えることを優先する</a:t>
            </a:r>
          </a:p>
        </p:txBody>
      </p:sp>
      <p:sp>
        <p:nvSpPr>
          <p:cNvPr id="3" name="rule-0104">
            <a:extLst xmlns:a="http://schemas.openxmlformats.org/drawingml/2006/main">
              <a:ext uri="{FF2B5EF4-FFF2-40B4-BE49-F238E27FC236}">
                <a16:creationId xmlns:a16="http://schemas.microsoft.com/office/drawing/2014/main" id="{824CB411-E682-462E-AFA5-53AB9C57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05">
            <a:extLst xmlns:a="http://schemas.openxmlformats.org/drawingml/2006/main">
              <a:ext uri="{FF2B5EF4-FFF2-40B4-BE49-F238E27FC236}">
                <a16:creationId xmlns:a16="http://schemas.microsoft.com/office/drawing/2014/main" id="{76D08ADB-8DDE-4F20-BE3D-7F516956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106">
            <a:extLst xmlns:a="http://schemas.openxmlformats.org/drawingml/2006/main">
              <a:ext uri="{FF2B5EF4-FFF2-40B4-BE49-F238E27FC236}">
                <a16:creationId xmlns:a16="http://schemas.microsoft.com/office/drawing/2014/main" id="{FC0A33BE-873D-452C-9EC1-3AFE4D33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6" name="rule-0107">
            <a:extLst xmlns:a="http://schemas.openxmlformats.org/drawingml/2006/main">
              <a:ext uri="{FF2B5EF4-FFF2-40B4-BE49-F238E27FC236}">
                <a16:creationId xmlns:a16="http://schemas.microsoft.com/office/drawing/2014/main" id="{01E60BC4-B73F-4DEC-AB17-D8432CDA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108">
            <a:extLst xmlns:a="http://schemas.openxmlformats.org/drawingml/2006/main">
              <a:ext uri="{FF2B5EF4-FFF2-40B4-BE49-F238E27FC236}">
                <a16:creationId xmlns:a16="http://schemas.microsoft.com/office/drawing/2014/main" id="{D6D15D83-4343-4D05-A32A-9137824B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移動</a:t>
            </a:r>
          </a:p>
        </p:txBody>
      </p:sp>
      <p:sp>
        <p:nvSpPr>
          <p:cNvPr id="8" name="text-0109">
            <a:extLst xmlns:a="http://schemas.openxmlformats.org/drawingml/2006/main">
              <a:ext uri="{FF2B5EF4-FFF2-40B4-BE49-F238E27FC236}">
                <a16:creationId xmlns:a16="http://schemas.microsoft.com/office/drawing/2014/main" id="{ABD8DF12-AE32-47B1-812F-56455696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Dash / Jump Boost / Grapple / Hover</a:t>
            </a:r>
          </a:p>
        </p:txBody>
      </p:sp>
      <p:sp>
        <p:nvSpPr>
          <p:cNvPr id="9" name="text-0110">
            <a:extLst xmlns:a="http://schemas.openxmlformats.org/drawingml/2006/main">
              <a:ext uri="{FF2B5EF4-FFF2-40B4-BE49-F238E27FC236}">
                <a16:creationId xmlns:a16="http://schemas.microsoft.com/office/drawing/2014/main" id="{9D7BB92A-ADFB-4D71-97B5-D11E5F74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距離を変える</a:t>
            </a:r>
          </a:p>
        </p:txBody>
      </p:sp>
      <p:sp>
        <p:nvSpPr>
          <p:cNvPr id="10" name="rule-0111">
            <a:extLst xmlns:a="http://schemas.openxmlformats.org/drawingml/2006/main">
              <a:ext uri="{FF2B5EF4-FFF2-40B4-BE49-F238E27FC236}">
                <a16:creationId xmlns:a16="http://schemas.microsoft.com/office/drawing/2014/main" id="{DD24EBEE-227C-4B19-8197-08B58CC0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43150"/>
            <a:ext cx="190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112">
            <a:extLst xmlns:a="http://schemas.openxmlformats.org/drawingml/2006/main">
              <a:ext uri="{FF2B5EF4-FFF2-40B4-BE49-F238E27FC236}">
                <a16:creationId xmlns:a16="http://schemas.microsoft.com/office/drawing/2014/main" id="{6F242A20-DF5B-4CAC-A10D-AA44AEBB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003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攻撃</a:t>
            </a:r>
          </a:p>
        </p:txBody>
      </p:sp>
      <p:sp>
        <p:nvSpPr>
          <p:cNvPr id="12" name="text-0113">
            <a:extLst xmlns:a="http://schemas.openxmlformats.org/drawingml/2006/main">
              <a:ext uri="{FF2B5EF4-FFF2-40B4-BE49-F238E27FC236}">
                <a16:creationId xmlns:a16="http://schemas.microsoft.com/office/drawing/2014/main" id="{A8B023FC-DCC5-46F2-926D-B2969F3A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2895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Pulse / Bomb / Shield / Mirage</a:t>
            </a:r>
          </a:p>
        </p:txBody>
      </p:sp>
      <p:sp>
        <p:nvSpPr>
          <p:cNvPr id="13" name="text-0114">
            <a:extLst xmlns:a="http://schemas.openxmlformats.org/drawingml/2006/main">
              <a:ext uri="{FF2B5EF4-FFF2-40B4-BE49-F238E27FC236}">
                <a16:creationId xmlns:a16="http://schemas.microsoft.com/office/drawing/2014/main" id="{440F3D9F-5988-4D0C-B50C-96271569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接触を変える</a:t>
            </a:r>
          </a:p>
        </p:txBody>
      </p:sp>
      <p:sp>
        <p:nvSpPr>
          <p:cNvPr id="14" name="rule-0115">
            <a:extLst xmlns:a="http://schemas.openxmlformats.org/drawingml/2006/main">
              <a:ext uri="{FF2B5EF4-FFF2-40B4-BE49-F238E27FC236}">
                <a16:creationId xmlns:a16="http://schemas.microsoft.com/office/drawing/2014/main" id="{3A6A7FC1-099C-4825-A6CD-A4592613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43150"/>
            <a:ext cx="190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116">
            <a:extLst xmlns:a="http://schemas.openxmlformats.org/drawingml/2006/main">
              <a:ext uri="{FF2B5EF4-FFF2-40B4-BE49-F238E27FC236}">
                <a16:creationId xmlns:a16="http://schemas.microsoft.com/office/drawing/2014/main" id="{D9B4AC20-99BA-4E64-B256-96D96F06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4CC3D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84CC3D"/>
                </a:solidFill>
                <a:latin typeface="Meiryo"/>
                <a:ea typeface="Meiryo"/>
                <a:cs typeface="Meiryo"/>
              </a:rPr>
              <a:t>感知</a:t>
            </a:r>
          </a:p>
        </p:txBody>
      </p:sp>
      <p:sp>
        <p:nvSpPr>
          <p:cNvPr id="16" name="text-0117">
            <a:extLst xmlns:a="http://schemas.openxmlformats.org/drawingml/2006/main">
              <a:ext uri="{FF2B5EF4-FFF2-40B4-BE49-F238E27FC236}">
                <a16:creationId xmlns:a16="http://schemas.microsoft.com/office/drawing/2014/main" id="{F518B2E7-ACD1-4640-B696-B4308880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2895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Radar / Revive / 位置情報の共有</a:t>
            </a:r>
          </a:p>
        </p:txBody>
      </p:sp>
      <p:sp>
        <p:nvSpPr>
          <p:cNvPr id="17" name="text-0118">
            <a:extLst xmlns:a="http://schemas.openxmlformats.org/drawingml/2006/main">
              <a:ext uri="{FF2B5EF4-FFF2-40B4-BE49-F238E27FC236}">
                <a16:creationId xmlns:a16="http://schemas.microsoft.com/office/drawing/2014/main" id="{FE15C633-9EBB-4023-AB1B-2E7694A7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判断材料を変える</a:t>
            </a:r>
          </a:p>
        </p:txBody>
      </p:sp>
      <p:sp>
        <p:nvSpPr>
          <p:cNvPr id="18" name="text-0119">
            <a:extLst xmlns:a="http://schemas.openxmlformats.org/drawingml/2006/main">
              <a:ext uri="{FF2B5EF4-FFF2-40B4-BE49-F238E27FC236}">
                <a16:creationId xmlns:a16="http://schemas.microsoft.com/office/drawing/2014/main" id="{5122530D-CFFD-4626-8DF4-F7E92E14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072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同じ場面でも、使う系統が変わればプレイヤーの狙いが見える。</a:t>
            </a:r>
          </a:p>
        </p:txBody>
      </p:sp>
    </p:spTree>
    <p:extLst>
      <p:ext uri="{BB962C8B-B14F-4D97-AF65-F5344CB8AC3E}">
        <p14:creationId xmlns:p14="http://schemas.microsoft.com/office/powerpoint/2010/main" val="13725402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120">
            <a:extLst xmlns:a="http://schemas.openxmlformats.org/drawingml/2006/main">
              <a:ext uri="{FF2B5EF4-FFF2-40B4-BE49-F238E27FC236}">
                <a16:creationId xmlns:a16="http://schemas.microsoft.com/office/drawing/2014/main" id="{580488D5-E50B-45F5-8D6C-34847CD6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121">
            <a:extLst xmlns:a="http://schemas.openxmlformats.org/drawingml/2006/main">
              <a:ext uri="{FF2B5EF4-FFF2-40B4-BE49-F238E27FC236}">
                <a16:creationId xmlns:a16="http://schemas.microsoft.com/office/drawing/2014/main" id="{BAD4646A-98AE-4321-AFA3-223265B7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ステージは広さではなく、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衝突点の配置で設計する</a:t>
            </a:r>
          </a:p>
        </p:txBody>
      </p:sp>
      <p:sp>
        <p:nvSpPr>
          <p:cNvPr id="3" name="rule-0122">
            <a:extLst xmlns:a="http://schemas.openxmlformats.org/drawingml/2006/main">
              <a:ext uri="{FF2B5EF4-FFF2-40B4-BE49-F238E27FC236}">
                <a16:creationId xmlns:a16="http://schemas.microsoft.com/office/drawing/2014/main" id="{E1C3B955-45F7-4DD3-88B3-70DA6E51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23">
            <a:extLst xmlns:a="http://schemas.openxmlformats.org/drawingml/2006/main">
              <a:ext uri="{FF2B5EF4-FFF2-40B4-BE49-F238E27FC236}">
                <a16:creationId xmlns:a16="http://schemas.microsoft.com/office/drawing/2014/main" id="{F140622E-8643-4730-8B35-AF20D169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124">
            <a:extLst xmlns:a="http://schemas.openxmlformats.org/drawingml/2006/main">
              <a:ext uri="{FF2B5EF4-FFF2-40B4-BE49-F238E27FC236}">
                <a16:creationId xmlns:a16="http://schemas.microsoft.com/office/drawing/2014/main" id="{4DD62448-36A6-4C90-A5C6-739E913D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sp>
        <p:nvSpPr>
          <p:cNvPr id="6" name="text-0125">
            <a:extLst xmlns:a="http://schemas.openxmlformats.org/drawingml/2006/main">
              <a:ext uri="{FF2B5EF4-FFF2-40B4-BE49-F238E27FC236}">
                <a16:creationId xmlns:a16="http://schemas.microsoft.com/office/drawing/2014/main" id="{6F11684D-DC9F-4191-BCB5-4487CFBC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7" name="text-0126">
            <a:extLst xmlns:a="http://schemas.openxmlformats.org/drawingml/2006/main">
              <a:ext uri="{FF2B5EF4-FFF2-40B4-BE49-F238E27FC236}">
                <a16:creationId xmlns:a16="http://schemas.microsoft.com/office/drawing/2014/main" id="{68F15134-1DA8-4569-AC51-5028BCE0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812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中央へ寄せる</a:t>
            </a:r>
          </a:p>
        </p:txBody>
      </p:sp>
      <p:sp>
        <p:nvSpPr>
          <p:cNvPr id="8" name="text-0127">
            <a:extLst xmlns:a="http://schemas.openxmlformats.org/drawingml/2006/main">
              <a:ext uri="{FF2B5EF4-FFF2-40B4-BE49-F238E27FC236}">
                <a16:creationId xmlns:a16="http://schemas.microsoft.com/office/drawing/2014/main" id="{AADB7EBB-FABD-4BD6-B32E-5B785E85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7650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安全な外周から中央の得点・危険地帯へ</a:t>
            </a:r>
          </a:p>
        </p:txBody>
      </p:sp>
      <p:sp>
        <p:nvSpPr>
          <p:cNvPr id="9" name="text-0128">
            <a:extLst xmlns:a="http://schemas.openxmlformats.org/drawingml/2006/main">
              <a:ext uri="{FF2B5EF4-FFF2-40B4-BE49-F238E27FC236}">
                <a16:creationId xmlns:a16="http://schemas.microsoft.com/office/drawing/2014/main" id="{B5326962-C336-4322-BEFD-5969109A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text-0129">
            <a:extLst xmlns:a="http://schemas.openxmlformats.org/drawingml/2006/main">
              <a:ext uri="{FF2B5EF4-FFF2-40B4-BE49-F238E27FC236}">
                <a16:creationId xmlns:a16="http://schemas.microsoft.com/office/drawing/2014/main" id="{562AD5DD-E563-4856-A8DB-7FB98DBB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復帰を見せる</a:t>
            </a:r>
          </a:p>
        </p:txBody>
      </p:sp>
      <p:sp>
        <p:nvSpPr>
          <p:cNvPr id="11" name="text-0130">
            <a:extLst xmlns:a="http://schemas.openxmlformats.org/drawingml/2006/main">
              <a:ext uri="{FF2B5EF4-FFF2-40B4-BE49-F238E27FC236}">
                <a16:creationId xmlns:a16="http://schemas.microsoft.com/office/drawing/2014/main" id="{5CE4E459-15A0-4655-976C-9E008ACC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671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落下後の復帰点と戻り道を同じ画面に置く</a:t>
            </a:r>
          </a:p>
        </p:txBody>
      </p:sp>
      <p:sp>
        <p:nvSpPr>
          <p:cNvPr id="12" name="text-0131">
            <a:extLst xmlns:a="http://schemas.openxmlformats.org/drawingml/2006/main">
              <a:ext uri="{FF2B5EF4-FFF2-40B4-BE49-F238E27FC236}">
                <a16:creationId xmlns:a16="http://schemas.microsoft.com/office/drawing/2014/main" id="{C63EB19F-A56E-4C11-9368-0DC3FC71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3" name="text-0132">
            <a:extLst xmlns:a="http://schemas.openxmlformats.org/drawingml/2006/main">
              <a:ext uri="{FF2B5EF4-FFF2-40B4-BE49-F238E27FC236}">
                <a16:creationId xmlns:a16="http://schemas.microsoft.com/office/drawing/2014/main" id="{CB1D0384-E864-4524-9EC9-6F5D5FA0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62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逃げ道を限定する</a:t>
            </a:r>
          </a:p>
        </p:txBody>
      </p:sp>
      <p:sp>
        <p:nvSpPr>
          <p:cNvPr id="14" name="text-0133">
            <a:extLst xmlns:a="http://schemas.openxmlformats.org/drawingml/2006/main">
              <a:ext uri="{FF2B5EF4-FFF2-40B4-BE49-F238E27FC236}">
                <a16:creationId xmlns:a16="http://schemas.microsoft.com/office/drawing/2014/main" id="{1C82EA01-BD4B-4F73-B05A-5244A635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5780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障害物で選択肢を作り、視認性は失わない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1a1f2561647c1"/>
          <a:srcRect xmlns:a="http://schemas.openxmlformats.org/drawingml/2006/main" l="18364" t="0" r="183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53050" y="1809750"/>
            <a:ext cx="6019800" cy="4000500"/>
          </a:xfrm>
          <a:prstGeom xmlns:a="http://schemas.openxmlformats.org/drawingml/2006/main" prst="rect">
            <a:avLst/>
          </a:prstGeom>
        </p:spPr>
      </p:pic>
      <p:sp>
        <p:nvSpPr>
          <p:cNvPr id="16" name="image-border-0135">
            <a:extLst xmlns:a="http://schemas.openxmlformats.org/drawingml/2006/main">
              <a:ext uri="{FF2B5EF4-FFF2-40B4-BE49-F238E27FC236}">
                <a16:creationId xmlns:a16="http://schemas.microsoft.com/office/drawing/2014/main" id="{25EAF75C-86C6-4551-954F-A6685055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809750"/>
            <a:ext cx="60198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17" name="text-0136">
            <a:extLst xmlns:a="http://schemas.openxmlformats.org/drawingml/2006/main">
              <a:ext uri="{FF2B5EF4-FFF2-40B4-BE49-F238E27FC236}">
                <a16:creationId xmlns:a16="http://schemas.microsoft.com/office/drawing/2014/main" id="{6D3F8C27-0115-4930-8FBF-B9201D26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886450"/>
            <a:ext cx="601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0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現在のブロックアウト。床面積より、中央・端・復帰点の関係を検証している。</a:t>
            </a:r>
          </a:p>
        </p:txBody>
      </p:sp>
    </p:spTree>
    <p:extLst>
      <p:ext uri="{BB962C8B-B14F-4D97-AF65-F5344CB8AC3E}">
        <p14:creationId xmlns:p14="http://schemas.microsoft.com/office/powerpoint/2010/main" val="1682149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137">
            <a:extLst xmlns:a="http://schemas.openxmlformats.org/drawingml/2006/main">
              <a:ext uri="{FF2B5EF4-FFF2-40B4-BE49-F238E27FC236}">
                <a16:creationId xmlns:a16="http://schemas.microsoft.com/office/drawing/2014/main" id="{73218F84-EFD0-4AA6-906D-6E921BE3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138">
            <a:extLst xmlns:a="http://schemas.openxmlformats.org/drawingml/2006/main">
              <a:ext uri="{FF2B5EF4-FFF2-40B4-BE49-F238E27FC236}">
                <a16:creationId xmlns:a16="http://schemas.microsoft.com/office/drawing/2014/main" id="{A50796C0-11AB-4E56-99F1-366F5C2A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Unrealへの移行は、操作の核まで接続した</a:t>
            </a:r>
          </a:p>
        </p:txBody>
      </p:sp>
      <p:sp>
        <p:nvSpPr>
          <p:cNvPr id="3" name="rule-0139">
            <a:extLst xmlns:a="http://schemas.openxmlformats.org/drawingml/2006/main">
              <a:ext uri="{FF2B5EF4-FFF2-40B4-BE49-F238E27FC236}">
                <a16:creationId xmlns:a16="http://schemas.microsoft.com/office/drawing/2014/main" id="{B975E0AD-32C6-4B3A-85A5-248787F9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40">
            <a:extLst xmlns:a="http://schemas.openxmlformats.org/drawingml/2006/main">
              <a:ext uri="{FF2B5EF4-FFF2-40B4-BE49-F238E27FC236}">
                <a16:creationId xmlns:a16="http://schemas.microsoft.com/office/drawing/2014/main" id="{535BED17-13AF-457A-A9A9-8640C295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141">
            <a:extLst xmlns:a="http://schemas.openxmlformats.org/drawingml/2006/main">
              <a:ext uri="{FF2B5EF4-FFF2-40B4-BE49-F238E27FC236}">
                <a16:creationId xmlns:a16="http://schemas.microsoft.com/office/drawing/2014/main" id="{BB3CF6AB-7DE9-4B86-A1AC-94824503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09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9c058ee1164df7"/>
          <a:srcRect xmlns:a="http://schemas.openxmlformats.org/drawingml/2006/main" l="0" t="6424" r="0" b="64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771650"/>
            <a:ext cx="4953000" cy="2495550"/>
          </a:xfrm>
          <a:prstGeom xmlns:a="http://schemas.openxmlformats.org/drawingml/2006/main" prst="rect">
            <a:avLst/>
          </a:prstGeom>
        </p:spPr>
      </p:pic>
      <p:sp>
        <p:nvSpPr>
          <p:cNvPr id="7" name="image-border-0143">
            <a:extLst xmlns:a="http://schemas.openxmlformats.org/drawingml/2006/main">
              <a:ext uri="{FF2B5EF4-FFF2-40B4-BE49-F238E27FC236}">
                <a16:creationId xmlns:a16="http://schemas.microsoft.com/office/drawing/2014/main" id="{C8AE872C-03EE-45B2-B792-48FFA036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49530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5e7028280e4670"/>
          <a:srcRect xmlns:a="http://schemas.openxmlformats.org/drawingml/2006/main" l="0" t="10386" r="0" b="103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4550" y="1771650"/>
            <a:ext cx="5448300" cy="2495550"/>
          </a:xfrm>
          <a:prstGeom xmlns:a="http://schemas.openxmlformats.org/drawingml/2006/main" prst="rect">
            <a:avLst/>
          </a:prstGeom>
        </p:spPr>
      </p:pic>
      <p:sp>
        <p:nvSpPr>
          <p:cNvPr id="9" name="image-border-0145">
            <a:extLst xmlns:a="http://schemas.openxmlformats.org/drawingml/2006/main">
              <a:ext uri="{FF2B5EF4-FFF2-40B4-BE49-F238E27FC236}">
                <a16:creationId xmlns:a16="http://schemas.microsoft.com/office/drawing/2014/main" id="{A974E1E6-E623-4AAE-A49B-4F165E7B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71650"/>
            <a:ext cx="54483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10" name="text-0146">
            <a:extLst xmlns:a="http://schemas.openxmlformats.org/drawingml/2006/main">
              <a:ext uri="{FF2B5EF4-FFF2-40B4-BE49-F238E27FC236}">
                <a16:creationId xmlns:a16="http://schemas.microsoft.com/office/drawing/2014/main" id="{1DF8E2E2-8AD8-49CB-86AB-3A40C867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共有カメラとアリーナ</a:t>
            </a:r>
          </a:p>
        </p:txBody>
      </p:sp>
      <p:sp>
        <p:nvSpPr>
          <p:cNvPr id="11" name="text-0147">
            <a:extLst xmlns:a="http://schemas.openxmlformats.org/drawingml/2006/main">
              <a:ext uri="{FF2B5EF4-FFF2-40B4-BE49-F238E27FC236}">
                <a16:creationId xmlns:a16="http://schemas.microsoft.com/office/drawing/2014/main" id="{9AE5DB73-B3EF-42CD-BD93-C17CD8FC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24350"/>
            <a:ext cx="544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Eggybot移植と移動検証</a:t>
            </a:r>
          </a:p>
        </p:txBody>
      </p:sp>
      <p:sp>
        <p:nvSpPr>
          <p:cNvPr id="12" name="text-0148">
            <a:extLst xmlns:a="http://schemas.openxmlformats.org/drawingml/2006/main">
              <a:ext uri="{FF2B5EF4-FFF2-40B4-BE49-F238E27FC236}">
                <a16:creationId xmlns:a16="http://schemas.microsoft.com/office/drawing/2014/main" id="{70C8E065-253F-4589-B4BB-E15F39A1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接続済み</a:t>
            </a:r>
          </a:p>
        </p:txBody>
      </p:sp>
      <p:sp>
        <p:nvSpPr>
          <p:cNvPr id="13" name="text-0149">
            <a:extLst xmlns:a="http://schemas.openxmlformats.org/drawingml/2006/main">
              <a:ext uri="{FF2B5EF4-FFF2-40B4-BE49-F238E27FC236}">
                <a16:creationId xmlns:a16="http://schemas.microsoft.com/office/drawing/2014/main" id="{5DA76851-5E40-4449-80B7-DC191A67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96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MCP / FBX / X-Z平面移動 / Jump / Dash / Knockback / 共有カメラ</a:t>
            </a:r>
          </a:p>
        </p:txBody>
      </p:sp>
      <p:sp>
        <p:nvSpPr>
          <p:cNvPr id="14" name="text-0150">
            <a:extLst xmlns:a="http://schemas.openxmlformats.org/drawingml/2006/main">
              <a:ext uri="{FF2B5EF4-FFF2-40B4-BE49-F238E27FC236}">
                <a16:creationId xmlns:a16="http://schemas.microsoft.com/office/drawing/2014/main" id="{BF37AFD2-212F-4791-91FC-C42FD255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次に確認</a:t>
            </a:r>
          </a:p>
        </p:txBody>
      </p:sp>
      <p:sp>
        <p:nvSpPr>
          <p:cNvPr id="15" name="text-0151">
            <a:extLst xmlns:a="http://schemas.openxmlformats.org/drawingml/2006/main">
              <a:ext uri="{FF2B5EF4-FFF2-40B4-BE49-F238E27FC236}">
                <a16:creationId xmlns:a16="http://schemas.microsoft.com/office/drawing/2014/main" id="{37BF5DD1-3EFC-4116-B73A-577750EB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721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Game Viewの実画角 / Enhanced Input asset / 2人同時操作 / 1試合の完走</a:t>
            </a:r>
          </a:p>
        </p:txBody>
      </p:sp>
    </p:spTree>
    <p:extLst>
      <p:ext uri="{BB962C8B-B14F-4D97-AF65-F5344CB8AC3E}">
        <p14:creationId xmlns:p14="http://schemas.microsoft.com/office/powerpoint/2010/main" val="6718986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A6C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0152">
            <a:extLst xmlns:a="http://schemas.openxmlformats.org/drawingml/2006/main">
              <a:ext uri="{FF2B5EF4-FFF2-40B4-BE49-F238E27FC236}">
                <a16:creationId xmlns:a16="http://schemas.microsoft.com/office/drawing/2014/main" id="{4D50001D-71B0-4BF5-89FA-5F86567A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6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6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ゲームだけではなく、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46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6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作り方も設計する。</a:t>
            </a:r>
          </a:p>
        </p:txBody>
      </p:sp>
      <p:sp>
        <p:nvSpPr>
          <p:cNvPr id="2" name="rule-0153">
            <a:extLst xmlns:a="http://schemas.openxmlformats.org/drawingml/2006/main">
              <a:ext uri="{FF2B5EF4-FFF2-40B4-BE49-F238E27FC236}">
                <a16:creationId xmlns:a16="http://schemas.microsoft.com/office/drawing/2014/main" id="{24E752A1-E1BB-46F3-A224-24E6F9F3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333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0154">
            <a:extLst xmlns:a="http://schemas.openxmlformats.org/drawingml/2006/main">
              <a:ext uri="{FF2B5EF4-FFF2-40B4-BE49-F238E27FC236}">
                <a16:creationId xmlns:a16="http://schemas.microsoft.com/office/drawing/2014/main" id="{66DB47E4-DC49-4B5F-BBD2-43465921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001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39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AIをチャット欄ではなく、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39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制作チームとして組む</a:t>
            </a:r>
          </a:p>
        </p:txBody>
      </p:sp>
      <p:sp>
        <p:nvSpPr>
          <p:cNvPr id="4" name="text-0155">
            <a:extLst xmlns:a="http://schemas.openxmlformats.org/drawingml/2006/main">
              <a:ext uri="{FF2B5EF4-FFF2-40B4-BE49-F238E27FC236}">
                <a16:creationId xmlns:a16="http://schemas.microsoft.com/office/drawing/2014/main" id="{6BAB2978-519C-4609-B97D-253F06BA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MCP  /  API  /  Agent  /  Skill  /  Hook  /  Review</a:t>
            </a:r>
          </a:p>
        </p:txBody>
      </p:sp>
      <p:sp>
        <p:nvSpPr>
          <p:cNvPr id="5" name="text-0156">
            <a:extLst xmlns:a="http://schemas.openxmlformats.org/drawingml/2006/main">
              <a:ext uri="{FF2B5EF4-FFF2-40B4-BE49-F238E27FC236}">
                <a16:creationId xmlns:a16="http://schemas.microsoft.com/office/drawing/2014/main" id="{BBB47826-F4BD-4B43-AC79-CDDE5A2F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154340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157">
            <a:extLst xmlns:a="http://schemas.openxmlformats.org/drawingml/2006/main">
              <a:ext uri="{FF2B5EF4-FFF2-40B4-BE49-F238E27FC236}">
                <a16:creationId xmlns:a16="http://schemas.microsoft.com/office/drawing/2014/main" id="{F017AE1D-345B-40A9-983C-F82D87A8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158">
            <a:extLst xmlns:a="http://schemas.openxmlformats.org/drawingml/2006/main">
              <a:ext uri="{FF2B5EF4-FFF2-40B4-BE49-F238E27FC236}">
                <a16:creationId xmlns:a16="http://schemas.microsoft.com/office/drawing/2014/main" id="{B024FF4D-E485-42F6-8A06-39BC4200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人が決め、複数のAIが分担し、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Editorの結果で確かめる</a:t>
            </a:r>
          </a:p>
        </p:txBody>
      </p:sp>
      <p:sp>
        <p:nvSpPr>
          <p:cNvPr id="3" name="rule-0159">
            <a:extLst xmlns:a="http://schemas.openxmlformats.org/drawingml/2006/main">
              <a:ext uri="{FF2B5EF4-FFF2-40B4-BE49-F238E27FC236}">
                <a16:creationId xmlns:a16="http://schemas.microsoft.com/office/drawing/2014/main" id="{C1DAA8AA-AF53-40DF-81BF-F6F98AD4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60">
            <a:extLst xmlns:a="http://schemas.openxmlformats.org/drawingml/2006/main">
              <a:ext uri="{FF2B5EF4-FFF2-40B4-BE49-F238E27FC236}">
                <a16:creationId xmlns:a16="http://schemas.microsoft.com/office/drawing/2014/main" id="{C2363479-698F-46F4-A176-604F220C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161">
            <a:extLst xmlns:a="http://schemas.openxmlformats.org/drawingml/2006/main">
              <a:ext uri="{FF2B5EF4-FFF2-40B4-BE49-F238E27FC236}">
                <a16:creationId xmlns:a16="http://schemas.microsoft.com/office/drawing/2014/main" id="{4AE7C62C-0D55-4D4C-8D4C-102299B0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sp>
        <p:nvSpPr>
          <p:cNvPr id="6" name="text-0162">
            <a:extLst xmlns:a="http://schemas.openxmlformats.org/drawingml/2006/main">
              <a:ext uri="{FF2B5EF4-FFF2-40B4-BE49-F238E27FC236}">
                <a16:creationId xmlns:a16="http://schemas.microsoft.com/office/drawing/2014/main" id="{80397D8D-EBEC-4B5C-8C63-E3C89D35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人</a:t>
            </a:r>
          </a:p>
        </p:txBody>
      </p:sp>
      <p:sp>
        <p:nvSpPr>
          <p:cNvPr id="7" name="rule-0163">
            <a:extLst xmlns:a="http://schemas.openxmlformats.org/drawingml/2006/main">
              <a:ext uri="{FF2B5EF4-FFF2-40B4-BE49-F238E27FC236}">
                <a16:creationId xmlns:a16="http://schemas.microsoft.com/office/drawing/2014/main" id="{DE29DACC-BEF2-4AA1-BC68-ECF503F0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164">
            <a:extLst xmlns:a="http://schemas.openxmlformats.org/drawingml/2006/main">
              <a:ext uri="{FF2B5EF4-FFF2-40B4-BE49-F238E27FC236}">
                <a16:creationId xmlns:a16="http://schemas.microsoft.com/office/drawing/2014/main" id="{233B343C-F32C-4961-8E31-E2CCBDFE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1790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遊び・見た目・採否を決める</a:t>
            </a:r>
          </a:p>
        </p:txBody>
      </p:sp>
      <p:sp>
        <p:nvSpPr>
          <p:cNvPr id="9" name="text-0165">
            <a:extLst xmlns:a="http://schemas.openxmlformats.org/drawingml/2006/main">
              <a:ext uri="{FF2B5EF4-FFF2-40B4-BE49-F238E27FC236}">
                <a16:creationId xmlns:a16="http://schemas.microsoft.com/office/drawing/2014/main" id="{DF0318BE-CBF5-4814-9FA3-D57DACB8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479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0" name="text-0166">
            <a:extLst xmlns:a="http://schemas.openxmlformats.org/drawingml/2006/main">
              <a:ext uri="{FF2B5EF4-FFF2-40B4-BE49-F238E27FC236}">
                <a16:creationId xmlns:a16="http://schemas.microsoft.com/office/drawing/2014/main" id="{2EB3EEE8-7497-45BB-B932-137E0364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336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Codex</a:t>
            </a:r>
          </a:p>
        </p:txBody>
      </p:sp>
      <p:sp>
        <p:nvSpPr>
          <p:cNvPr id="11" name="rule-0167">
            <a:extLst xmlns:a="http://schemas.openxmlformats.org/drawingml/2006/main">
              <a:ext uri="{FF2B5EF4-FFF2-40B4-BE49-F238E27FC236}">
                <a16:creationId xmlns:a16="http://schemas.microsoft.com/office/drawing/2014/main" id="{EE56431A-23E7-4B74-B1CA-BBD81CDD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8130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168">
            <a:extLst xmlns:a="http://schemas.openxmlformats.org/drawingml/2006/main">
              <a:ext uri="{FF2B5EF4-FFF2-40B4-BE49-F238E27FC236}">
                <a16:creationId xmlns:a16="http://schemas.microsoft.com/office/drawing/2014/main" id="{9AF758F3-3019-41B5-912D-8E4CD274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67050"/>
            <a:ext cx="2076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調査・構成・独立タスク・最終確認</a:t>
            </a:r>
          </a:p>
        </p:txBody>
      </p:sp>
      <p:sp>
        <p:nvSpPr>
          <p:cNvPr id="13" name="text-0169">
            <a:extLst xmlns:a="http://schemas.openxmlformats.org/drawingml/2006/main">
              <a:ext uri="{FF2B5EF4-FFF2-40B4-BE49-F238E27FC236}">
                <a16:creationId xmlns:a16="http://schemas.microsoft.com/office/drawing/2014/main" id="{67E59B0A-B830-4F78-A6A3-277428D7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479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4" name="text-0170">
            <a:extLst xmlns:a="http://schemas.openxmlformats.org/drawingml/2006/main">
              <a:ext uri="{FF2B5EF4-FFF2-40B4-BE49-F238E27FC236}">
                <a16:creationId xmlns:a16="http://schemas.microsoft.com/office/drawing/2014/main" id="{CC5129F5-95CE-4AF6-A1DB-42CFEBE5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336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Claude</a:t>
            </a:r>
          </a:p>
        </p:txBody>
      </p:sp>
      <p:sp>
        <p:nvSpPr>
          <p:cNvPr id="15" name="rule-0171">
            <a:extLst xmlns:a="http://schemas.openxmlformats.org/drawingml/2006/main">
              <a:ext uri="{FF2B5EF4-FFF2-40B4-BE49-F238E27FC236}">
                <a16:creationId xmlns:a16="http://schemas.microsoft.com/office/drawing/2014/main" id="{77EAD3C6-6E2C-416D-92F4-3F8D9D34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8130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172">
            <a:extLst xmlns:a="http://schemas.openxmlformats.org/drawingml/2006/main">
              <a:ext uri="{FF2B5EF4-FFF2-40B4-BE49-F238E27FC236}">
                <a16:creationId xmlns:a16="http://schemas.microsoft.com/office/drawing/2014/main" id="{3CB87528-9D0C-498B-B2CD-64AD2894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67050"/>
            <a:ext cx="2076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実装・修正・Unity側の主処理</a:t>
            </a:r>
          </a:p>
        </p:txBody>
      </p:sp>
      <p:sp>
        <p:nvSpPr>
          <p:cNvPr id="17" name="text-0173">
            <a:extLst xmlns:a="http://schemas.openxmlformats.org/drawingml/2006/main">
              <a:ext uri="{FF2B5EF4-FFF2-40B4-BE49-F238E27FC236}">
                <a16:creationId xmlns:a16="http://schemas.microsoft.com/office/drawing/2014/main" id="{54A824FD-9FAF-4B1E-B67E-8283887C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479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8" name="text-0174">
            <a:extLst xmlns:a="http://schemas.openxmlformats.org/drawingml/2006/main">
              <a:ext uri="{FF2B5EF4-FFF2-40B4-BE49-F238E27FC236}">
                <a16:creationId xmlns:a16="http://schemas.microsoft.com/office/drawing/2014/main" id="{AF1E133D-681A-43C7-9C05-D88D6993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336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MCP / API</a:t>
            </a:r>
          </a:p>
        </p:txBody>
      </p:sp>
      <p:sp>
        <p:nvSpPr>
          <p:cNvPr id="19" name="rule-0175">
            <a:extLst xmlns:a="http://schemas.openxmlformats.org/drawingml/2006/main">
              <a:ext uri="{FF2B5EF4-FFF2-40B4-BE49-F238E27FC236}">
                <a16:creationId xmlns:a16="http://schemas.microsoft.com/office/drawing/2014/main" id="{F8CE46B4-3E03-4F01-8899-CFC6B146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0176">
            <a:extLst xmlns:a="http://schemas.openxmlformats.org/drawingml/2006/main">
              <a:ext uri="{FF2B5EF4-FFF2-40B4-BE49-F238E27FC236}">
                <a16:creationId xmlns:a16="http://schemas.microsoft.com/office/drawing/2014/main" id="{2D9B6C2B-FFFF-4157-B33C-C7734C01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67050"/>
            <a:ext cx="2076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Editor操作・外部生成・ログ取得</a:t>
            </a:r>
          </a:p>
        </p:txBody>
      </p:sp>
      <p:sp>
        <p:nvSpPr>
          <p:cNvPr id="21" name="text-0177">
            <a:extLst xmlns:a="http://schemas.openxmlformats.org/drawingml/2006/main">
              <a:ext uri="{FF2B5EF4-FFF2-40B4-BE49-F238E27FC236}">
                <a16:creationId xmlns:a16="http://schemas.microsoft.com/office/drawing/2014/main" id="{4341491C-9238-47F1-8A7A-5ECDF1F0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479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22" name="text-0178">
            <a:extLst xmlns:a="http://schemas.openxmlformats.org/drawingml/2006/main">
              <a:ext uri="{FF2B5EF4-FFF2-40B4-BE49-F238E27FC236}">
                <a16:creationId xmlns:a16="http://schemas.microsoft.com/office/drawing/2014/main" id="{2F7916F5-C307-477F-A924-464DE6AF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3360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4CC3D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84CC3D"/>
                </a:solidFill>
                <a:latin typeface="Meiryo"/>
                <a:ea typeface="Meiryo"/>
                <a:cs typeface="Meiryo"/>
              </a:rPr>
              <a:t>実機結果</a:t>
            </a:r>
          </a:p>
        </p:txBody>
      </p:sp>
      <p:sp>
        <p:nvSpPr>
          <p:cNvPr id="23" name="rule-0179">
            <a:extLst xmlns:a="http://schemas.openxmlformats.org/drawingml/2006/main">
              <a:ext uri="{FF2B5EF4-FFF2-40B4-BE49-F238E27FC236}">
                <a16:creationId xmlns:a16="http://schemas.microsoft.com/office/drawing/2014/main" id="{58EFC8AC-E516-4625-858D-9DAFE38F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8130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C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0180">
            <a:extLst xmlns:a="http://schemas.openxmlformats.org/drawingml/2006/main">
              <a:ext uri="{FF2B5EF4-FFF2-40B4-BE49-F238E27FC236}">
                <a16:creationId xmlns:a16="http://schemas.microsoft.com/office/drawing/2014/main" id="{084B7FBC-EC3E-4795-84BF-04BEE11D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67050"/>
            <a:ext cx="156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画面・ビルド・プレイテスト</a:t>
            </a:r>
          </a:p>
        </p:txBody>
      </p:sp>
      <p:sp>
        <p:nvSpPr>
          <p:cNvPr id="25" name="shape-0181">
            <a:extLst xmlns:a="http://schemas.openxmlformats.org/drawingml/2006/main">
              <a:ext uri="{FF2B5EF4-FFF2-40B4-BE49-F238E27FC236}">
                <a16:creationId xmlns:a16="http://schemas.microsoft.com/office/drawing/2014/main" id="{DECA6453-A00F-4BE9-A803-75742134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0725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182">
            <a:extLst xmlns:a="http://schemas.openxmlformats.org/drawingml/2006/main">
              <a:ext uri="{FF2B5EF4-FFF2-40B4-BE49-F238E27FC236}">
                <a16:creationId xmlns:a16="http://schemas.microsoft.com/office/drawing/2014/main" id="{85CF532D-265B-47C0-B636-9761F127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AIの出力を成果とみなさない。</a:t>
            </a:r>
          </a:p>
          <a:p xmlns:a="http://schemas.openxmlformats.org/drawingml/2006/main">
            <a:pPr algn="ctr">
              <a:defRPr sz="18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Editor・ログ・画面・ビルドを確認してから次へ進む。</a:t>
            </a:r>
          </a:p>
        </p:txBody>
      </p:sp>
    </p:spTree>
    <p:extLst>
      <p:ext uri="{BB962C8B-B14F-4D97-AF65-F5344CB8AC3E}">
        <p14:creationId xmlns:p14="http://schemas.microsoft.com/office/powerpoint/2010/main" val="665625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183">
            <a:extLst xmlns:a="http://schemas.openxmlformats.org/drawingml/2006/main">
              <a:ext uri="{FF2B5EF4-FFF2-40B4-BE49-F238E27FC236}">
                <a16:creationId xmlns:a16="http://schemas.microsoft.com/office/drawing/2014/main" id="{D6943A3D-B33B-4D89-BEF7-D76DC847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184">
            <a:extLst xmlns:a="http://schemas.openxmlformats.org/drawingml/2006/main">
              <a:ext uri="{FF2B5EF4-FFF2-40B4-BE49-F238E27FC236}">
                <a16:creationId xmlns:a16="http://schemas.microsoft.com/office/drawing/2014/main" id="{30D81675-DB25-4EBB-88C9-40A9291B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MCPで、UnityとUnreal Editorを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直接つないでいる</a:t>
            </a:r>
          </a:p>
        </p:txBody>
      </p:sp>
      <p:sp>
        <p:nvSpPr>
          <p:cNvPr id="3" name="rule-0185">
            <a:extLst xmlns:a="http://schemas.openxmlformats.org/drawingml/2006/main">
              <a:ext uri="{FF2B5EF4-FFF2-40B4-BE49-F238E27FC236}">
                <a16:creationId xmlns:a16="http://schemas.microsoft.com/office/drawing/2014/main" id="{3E852FC1-0E83-460E-832B-3A058480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86">
            <a:extLst xmlns:a="http://schemas.openxmlformats.org/drawingml/2006/main">
              <a:ext uri="{FF2B5EF4-FFF2-40B4-BE49-F238E27FC236}">
                <a16:creationId xmlns:a16="http://schemas.microsoft.com/office/drawing/2014/main" id="{8DC4E165-9D16-4D9E-ADBE-405E836E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187">
            <a:extLst xmlns:a="http://schemas.openxmlformats.org/drawingml/2006/main">
              <a:ext uri="{FF2B5EF4-FFF2-40B4-BE49-F238E27FC236}">
                <a16:creationId xmlns:a16="http://schemas.microsoft.com/office/drawing/2014/main" id="{517ABE08-DE08-45DF-A8E9-4F04425B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sp>
        <p:nvSpPr>
          <p:cNvPr id="6" name="shape-0188">
            <a:extLst xmlns:a="http://schemas.openxmlformats.org/drawingml/2006/main">
              <a:ext uri="{FF2B5EF4-FFF2-40B4-BE49-F238E27FC236}">
                <a16:creationId xmlns:a16="http://schemas.microsoft.com/office/drawing/2014/main" id="{7E9B1F09-EE3D-4569-BA7D-E881EB9D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5010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9525">
            <a:solidFill>
              <a:srgbClr val="17191B"/>
            </a:solidFill>
            <a:prstDash val="solid"/>
          </a:ln>
        </p:spPr>
      </p:sp>
      <p:sp>
        <p:nvSpPr>
          <p:cNvPr id="7" name="rule-0189">
            <a:extLst xmlns:a="http://schemas.openxmlformats.org/drawingml/2006/main">
              <a:ext uri="{FF2B5EF4-FFF2-40B4-BE49-F238E27FC236}">
                <a16:creationId xmlns:a16="http://schemas.microsoft.com/office/drawing/2014/main" id="{AB2D4F39-40F7-4CC5-8A9A-5AC9D944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190">
            <a:extLst xmlns:a="http://schemas.openxmlformats.org/drawingml/2006/main">
              <a:ext uri="{FF2B5EF4-FFF2-40B4-BE49-F238E27FC236}">
                <a16:creationId xmlns:a16="http://schemas.microsoft.com/office/drawing/2014/main" id="{782FCB16-A876-4F48-BE51-6E9850D5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.claude/settings.json</a:t>
            </a:r>
          </a:p>
        </p:txBody>
      </p:sp>
      <p:sp>
        <p:nvSpPr>
          <p:cNvPr id="9" name="text-0191">
            <a:extLst xmlns:a="http://schemas.openxmlformats.org/drawingml/2006/main">
              <a:ext uri="{FF2B5EF4-FFF2-40B4-BE49-F238E27FC236}">
                <a16:creationId xmlns:a16="http://schemas.microsoft.com/office/drawing/2014/main" id="{CF707EB2-C607-4BD2-9F9F-087E7E46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4476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"unityMCP":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  "url": "http://localhost:8080/mcp"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shape-0192">
            <a:extLst xmlns:a="http://schemas.openxmlformats.org/drawingml/2006/main">
              <a:ext uri="{FF2B5EF4-FFF2-40B4-BE49-F238E27FC236}">
                <a16:creationId xmlns:a16="http://schemas.microsoft.com/office/drawing/2014/main" id="{BBD388C3-15A3-4E67-B7E6-8A6C0E4E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28800"/>
            <a:ext cx="5410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9525">
            <a:solidFill>
              <a:srgbClr val="17191B"/>
            </a:solidFill>
            <a:prstDash val="solid"/>
          </a:ln>
        </p:spPr>
      </p:sp>
      <p:sp>
        <p:nvSpPr>
          <p:cNvPr id="11" name="rule-0193">
            <a:extLst xmlns:a="http://schemas.openxmlformats.org/drawingml/2006/main">
              <a:ext uri="{FF2B5EF4-FFF2-40B4-BE49-F238E27FC236}">
                <a16:creationId xmlns:a16="http://schemas.microsoft.com/office/drawing/2014/main" id="{6D9E5BA7-23BF-4D05-A287-1EC93696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288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194">
            <a:extLst xmlns:a="http://schemas.openxmlformats.org/drawingml/2006/main">
              <a:ext uri="{FF2B5EF4-FFF2-40B4-BE49-F238E27FC236}">
                <a16:creationId xmlns:a16="http://schemas.microsoft.com/office/drawing/2014/main" id="{19098D08-EB67-4A03-8C7E-7AAE0BAA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00250"/>
            <a:ext cx="487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Unreal/ChaosDraftPartyUE/.mcp.json</a:t>
            </a:r>
          </a:p>
        </p:txBody>
      </p:sp>
      <p:sp>
        <p:nvSpPr>
          <p:cNvPr id="13" name="text-0195">
            <a:extLst xmlns:a="http://schemas.openxmlformats.org/drawingml/2006/main">
              <a:ext uri="{FF2B5EF4-FFF2-40B4-BE49-F238E27FC236}">
                <a16:creationId xmlns:a16="http://schemas.microsoft.com/office/drawing/2014/main" id="{35C4D214-49A3-4295-A982-36C7C6CA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48768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"unreal-mcp":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  "type": "http",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  "url": "http://127.0.0.1:8000/mcp"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text-0196">
            <a:extLst xmlns:a="http://schemas.openxmlformats.org/drawingml/2006/main">
              <a:ext uri="{FF2B5EF4-FFF2-40B4-BE49-F238E27FC236}">
                <a16:creationId xmlns:a16="http://schemas.microsoft.com/office/drawing/2014/main" id="{29B13F50-63F4-4B9D-BBBB-D47E171E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Editorに有効化したもの</a:t>
            </a:r>
          </a:p>
        </p:txBody>
      </p:sp>
      <p:sp>
        <p:nvSpPr>
          <p:cNvPr id="15" name="text-0197">
            <a:extLst xmlns:a="http://schemas.openxmlformats.org/drawingml/2006/main">
              <a:ext uri="{FF2B5EF4-FFF2-40B4-BE49-F238E27FC236}">
                <a16:creationId xmlns:a16="http://schemas.microsoft.com/office/drawing/2014/main" id="{8F1666DA-B879-4487-83F2-F6728567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3714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ModelContextProtocol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MCPClientToolset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AllToolsets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PythonScriptPlugin</a:t>
            </a:r>
          </a:p>
        </p:txBody>
      </p:sp>
      <p:sp>
        <p:nvSpPr>
          <p:cNvPr id="16" name="rule-0198">
            <a:extLst xmlns:a="http://schemas.openxmlformats.org/drawingml/2006/main">
              <a:ext uri="{FF2B5EF4-FFF2-40B4-BE49-F238E27FC236}">
                <a16:creationId xmlns:a16="http://schemas.microsoft.com/office/drawing/2014/main" id="{DE8D7B60-FE76-4414-B449-AE5BBD54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95750"/>
            <a:ext cx="190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0199">
            <a:extLst xmlns:a="http://schemas.openxmlformats.org/drawingml/2006/main">
              <a:ext uri="{FF2B5EF4-FFF2-40B4-BE49-F238E27FC236}">
                <a16:creationId xmlns:a16="http://schemas.microsoft.com/office/drawing/2014/main" id="{CE279E30-65FF-4450-B94B-B1D9D3D7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95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できること</a:t>
            </a:r>
          </a:p>
        </p:txBody>
      </p:sp>
      <p:sp>
        <p:nvSpPr>
          <p:cNvPr id="18" name="shape-0200">
            <a:extLst xmlns:a="http://schemas.openxmlformats.org/drawingml/2006/main">
              <a:ext uri="{FF2B5EF4-FFF2-40B4-BE49-F238E27FC236}">
                <a16:creationId xmlns:a16="http://schemas.microsoft.com/office/drawing/2014/main" id="{980E29A9-02CA-4044-A0EA-BA73EA3F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752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201">
            <a:extLst xmlns:a="http://schemas.openxmlformats.org/drawingml/2006/main">
              <a:ext uri="{FF2B5EF4-FFF2-40B4-BE49-F238E27FC236}">
                <a16:creationId xmlns:a16="http://schemas.microsoft.com/office/drawing/2014/main" id="{48A335C5-9269-4078-B0BE-EA0DA9F1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48200"/>
            <a:ext cx="558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Actor・Asset・設定をEditor上で操作</a:t>
            </a:r>
          </a:p>
        </p:txBody>
      </p:sp>
      <p:sp>
        <p:nvSpPr>
          <p:cNvPr id="20" name="shape-0202">
            <a:extLst xmlns:a="http://schemas.openxmlformats.org/drawingml/2006/main">
              <a:ext uri="{FF2B5EF4-FFF2-40B4-BE49-F238E27FC236}">
                <a16:creationId xmlns:a16="http://schemas.microsoft.com/office/drawing/2014/main" id="{93CE8D55-5B7F-4954-80E5-ADE4B0EF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229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0203">
            <a:extLst xmlns:a="http://schemas.openxmlformats.org/drawingml/2006/main">
              <a:ext uri="{FF2B5EF4-FFF2-40B4-BE49-F238E27FC236}">
                <a16:creationId xmlns:a16="http://schemas.microsoft.com/office/drawing/2014/main" id="{D430BB41-05BC-4A79-BB96-3B83C6C9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24450"/>
            <a:ext cx="558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状態・ログ・画面を取得して実測</a:t>
            </a:r>
          </a:p>
        </p:txBody>
      </p:sp>
      <p:sp>
        <p:nvSpPr>
          <p:cNvPr id="22" name="shape-0204">
            <a:extLst xmlns:a="http://schemas.openxmlformats.org/drawingml/2006/main">
              <a:ext uri="{FF2B5EF4-FFF2-40B4-BE49-F238E27FC236}">
                <a16:creationId xmlns:a16="http://schemas.microsoft.com/office/drawing/2014/main" id="{BFE350CF-D59D-48F4-8878-7E1FDA61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705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205">
            <a:extLst xmlns:a="http://schemas.openxmlformats.org/drawingml/2006/main">
              <a:ext uri="{FF2B5EF4-FFF2-40B4-BE49-F238E27FC236}">
                <a16:creationId xmlns:a16="http://schemas.microsoft.com/office/drawing/2014/main" id="{FC2410B5-867B-4CDA-81ED-3E49E0A6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600700"/>
            <a:ext cx="558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同じ接続先を設定ファイルで共有</a:t>
            </a:r>
          </a:p>
        </p:txBody>
      </p:sp>
    </p:spTree>
    <p:extLst>
      <p:ext uri="{BB962C8B-B14F-4D97-AF65-F5344CB8AC3E}">
        <p14:creationId xmlns:p14="http://schemas.microsoft.com/office/powerpoint/2010/main" val="2415666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206">
            <a:extLst xmlns:a="http://schemas.openxmlformats.org/drawingml/2006/main">
              <a:ext uri="{FF2B5EF4-FFF2-40B4-BE49-F238E27FC236}">
                <a16:creationId xmlns:a16="http://schemas.microsoft.com/office/drawing/2014/main" id="{DB34F043-AD4D-4C5E-86A1-880B41FA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207">
            <a:extLst xmlns:a="http://schemas.openxmlformats.org/drawingml/2006/main">
              <a:ext uri="{FF2B5EF4-FFF2-40B4-BE49-F238E27FC236}">
                <a16:creationId xmlns:a16="http://schemas.microsoft.com/office/drawing/2014/main" id="{C39DA50E-EEC4-4EB3-84D1-3DC2132F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24のAgent定義で、調査・実装・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修正・検証を分ける</a:t>
            </a:r>
          </a:p>
        </p:txBody>
      </p:sp>
      <p:sp>
        <p:nvSpPr>
          <p:cNvPr id="3" name="rule-0208">
            <a:extLst xmlns:a="http://schemas.openxmlformats.org/drawingml/2006/main">
              <a:ext uri="{FF2B5EF4-FFF2-40B4-BE49-F238E27FC236}">
                <a16:creationId xmlns:a16="http://schemas.microsoft.com/office/drawing/2014/main" id="{122D2A37-BF15-4B51-926A-E90A8FD7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209">
            <a:extLst xmlns:a="http://schemas.openxmlformats.org/drawingml/2006/main">
              <a:ext uri="{FF2B5EF4-FFF2-40B4-BE49-F238E27FC236}">
                <a16:creationId xmlns:a16="http://schemas.microsoft.com/office/drawing/2014/main" id="{DAEFB287-C9AB-4568-AF08-35DD6499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210">
            <a:extLst xmlns:a="http://schemas.openxmlformats.org/drawingml/2006/main">
              <a:ext uri="{FF2B5EF4-FFF2-40B4-BE49-F238E27FC236}">
                <a16:creationId xmlns:a16="http://schemas.microsoft.com/office/drawing/2014/main" id="{902AFFC2-17B5-4310-B4BD-3553E175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13</a:t>
            </a:r>
          </a:p>
        </p:txBody>
      </p:sp>
      <p:sp>
        <p:nvSpPr>
          <p:cNvPr id="6" name="text-0211">
            <a:extLst xmlns:a="http://schemas.openxmlformats.org/drawingml/2006/main">
              <a:ext uri="{FF2B5EF4-FFF2-40B4-BE49-F238E27FC236}">
                <a16:creationId xmlns:a16="http://schemas.microsoft.com/office/drawing/2014/main" id="{38E0D3C5-7320-44DF-BE76-164A0627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540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24</a:t>
            </a:r>
          </a:p>
        </p:txBody>
      </p:sp>
      <p:sp>
        <p:nvSpPr>
          <p:cNvPr id="7" name="text-0212">
            <a:extLst xmlns:a="http://schemas.openxmlformats.org/drawingml/2006/main">
              <a:ext uri="{FF2B5EF4-FFF2-40B4-BE49-F238E27FC236}">
                <a16:creationId xmlns:a16="http://schemas.microsoft.com/office/drawing/2014/main" id="{57C56E00-882C-4A25-ABB6-00ACE59B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役割定義</a:t>
            </a:r>
          </a:p>
        </p:txBody>
      </p:sp>
      <p:sp>
        <p:nvSpPr>
          <p:cNvPr id="8" name="text-0213">
            <a:extLst xmlns:a="http://schemas.openxmlformats.org/drawingml/2006/main">
              <a:ext uri="{FF2B5EF4-FFF2-40B4-BE49-F238E27FC236}">
                <a16:creationId xmlns:a16="http://schemas.microsoft.com/office/drawing/2014/main" id="{EDE6EE80-99F4-4D38-A656-14B163ED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268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必要な場面で個別に起動。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役割を分け、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一つの会話に集中させない。</a:t>
            </a:r>
          </a:p>
        </p:txBody>
      </p:sp>
      <p:sp>
        <p:nvSpPr>
          <p:cNvPr id="9" name="rule-0214">
            <a:extLst xmlns:a="http://schemas.openxmlformats.org/drawingml/2006/main">
              <a:ext uri="{FF2B5EF4-FFF2-40B4-BE49-F238E27FC236}">
                <a16:creationId xmlns:a16="http://schemas.microsoft.com/office/drawing/2014/main" id="{518D5805-B1A1-4307-A1ED-C1C45745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478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215">
            <a:extLst xmlns:a="http://schemas.openxmlformats.org/drawingml/2006/main">
              <a:ext uri="{FF2B5EF4-FFF2-40B4-BE49-F238E27FC236}">
                <a16:creationId xmlns:a16="http://schemas.microsoft.com/office/drawing/2014/main" id="{9B8DC390-2D99-4A3B-9635-873513F0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859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調べる</a:t>
            </a:r>
          </a:p>
        </p:txBody>
      </p:sp>
      <p:sp>
        <p:nvSpPr>
          <p:cNvPr id="11" name="text-0216">
            <a:extLst xmlns:a="http://schemas.openxmlformats.org/drawingml/2006/main">
              <a:ext uri="{FF2B5EF4-FFF2-40B4-BE49-F238E27FC236}">
                <a16:creationId xmlns:a16="http://schemas.microsoft.com/office/drawing/2014/main" id="{7F3E5900-DC16-4435-933F-3BBD1D11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050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unity-scout / unity-critic</a:t>
            </a:r>
          </a:p>
        </p:txBody>
      </p:sp>
      <p:sp>
        <p:nvSpPr>
          <p:cNvPr id="12" name="rule-0217">
            <a:extLst xmlns:a="http://schemas.openxmlformats.org/drawingml/2006/main">
              <a:ext uri="{FF2B5EF4-FFF2-40B4-BE49-F238E27FC236}">
                <a16:creationId xmlns:a16="http://schemas.microsoft.com/office/drawing/2014/main" id="{67103CD7-977C-4F72-BBFE-49C69019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00300"/>
            <a:ext cx="674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218">
            <a:extLst xmlns:a="http://schemas.openxmlformats.org/drawingml/2006/main">
              <a:ext uri="{FF2B5EF4-FFF2-40B4-BE49-F238E27FC236}">
                <a16:creationId xmlns:a16="http://schemas.microsoft.com/office/drawing/2014/main" id="{B90130D6-BFEB-43B5-AA60-A52B8494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860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作る</a:t>
            </a:r>
          </a:p>
        </p:txBody>
      </p:sp>
      <p:sp>
        <p:nvSpPr>
          <p:cNvPr id="14" name="text-0219">
            <a:extLst xmlns:a="http://schemas.openxmlformats.org/drawingml/2006/main">
              <a:ext uri="{FF2B5EF4-FFF2-40B4-BE49-F238E27FC236}">
                <a16:creationId xmlns:a16="http://schemas.microsoft.com/office/drawing/2014/main" id="{F8A53175-6B66-43BE-9FDC-62837C6C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86050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unity-coder / scene-builder / shader-dev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network-dev / ui-builder / prototyper</a:t>
            </a:r>
          </a:p>
        </p:txBody>
      </p:sp>
      <p:sp>
        <p:nvSpPr>
          <p:cNvPr id="15" name="rule-0220">
            <a:extLst xmlns:a="http://schemas.openxmlformats.org/drawingml/2006/main">
              <a:ext uri="{FF2B5EF4-FFF2-40B4-BE49-F238E27FC236}">
                <a16:creationId xmlns:a16="http://schemas.microsoft.com/office/drawing/2014/main" id="{22BC2CAC-3306-408A-93E3-F7BA8D11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62350"/>
            <a:ext cx="674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221">
            <a:extLst xmlns:a="http://schemas.openxmlformats.org/drawingml/2006/main">
              <a:ext uri="{FF2B5EF4-FFF2-40B4-BE49-F238E27FC236}">
                <a16:creationId xmlns:a16="http://schemas.microsoft.com/office/drawing/2014/main" id="{F12BBCC6-6870-47DA-8D33-0E9EB5A2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481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直す</a:t>
            </a:r>
          </a:p>
        </p:txBody>
      </p:sp>
      <p:sp>
        <p:nvSpPr>
          <p:cNvPr id="17" name="text-0222">
            <a:extLst xmlns:a="http://schemas.openxmlformats.org/drawingml/2006/main">
              <a:ext uri="{FF2B5EF4-FFF2-40B4-BE49-F238E27FC236}">
                <a16:creationId xmlns:a16="http://schemas.microsoft.com/office/drawing/2014/main" id="{4446C988-F743-4C0E-96F0-786588CB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671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error-triager / fixer / code-reviser</a:t>
            </a:r>
          </a:p>
        </p:txBody>
      </p:sp>
      <p:sp>
        <p:nvSpPr>
          <p:cNvPr id="18" name="rule-0223">
            <a:extLst xmlns:a="http://schemas.openxmlformats.org/drawingml/2006/main">
              <a:ext uri="{FF2B5EF4-FFF2-40B4-BE49-F238E27FC236}">
                <a16:creationId xmlns:a16="http://schemas.microsoft.com/office/drawing/2014/main" id="{82943551-ED77-49F1-84B7-AA525C8A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62450"/>
            <a:ext cx="674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224">
            <a:extLst xmlns:a="http://schemas.openxmlformats.org/drawingml/2006/main">
              <a:ext uri="{FF2B5EF4-FFF2-40B4-BE49-F238E27FC236}">
                <a16:creationId xmlns:a16="http://schemas.microsoft.com/office/drawing/2014/main" id="{634AE385-0101-497F-B062-9E85584A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482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4CC3D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84CC3D"/>
                </a:solidFill>
                <a:latin typeface="Meiryo"/>
                <a:ea typeface="Meiryo"/>
                <a:cs typeface="Meiryo"/>
              </a:rPr>
              <a:t>確かめる</a:t>
            </a:r>
          </a:p>
        </p:txBody>
      </p:sp>
      <p:sp>
        <p:nvSpPr>
          <p:cNvPr id="20" name="text-0225">
            <a:extLst xmlns:a="http://schemas.openxmlformats.org/drawingml/2006/main">
              <a:ext uri="{FF2B5EF4-FFF2-40B4-BE49-F238E27FC236}">
                <a16:creationId xmlns:a16="http://schemas.microsoft.com/office/drawing/2014/main" id="{65D61577-4BEF-4D97-8038-BB5FF314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648200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reviewer / verifier / test-runner / linter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security-reviewer / optimizer / build-runner</a:t>
            </a:r>
          </a:p>
        </p:txBody>
      </p:sp>
      <p:sp>
        <p:nvSpPr>
          <p:cNvPr id="21" name="text-0226">
            <a:extLst xmlns:a="http://schemas.openxmlformats.org/drawingml/2006/main">
              <a:ext uri="{FF2B5EF4-FFF2-40B4-BE49-F238E27FC236}">
                <a16:creationId xmlns:a16="http://schemas.microsoft.com/office/drawing/2014/main" id="{625538F5-5ADA-4114-8787-A73B6616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19750"/>
            <a:ext cx="674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0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実測: .claude/agents 配下のMarkdown定義 24件</a:t>
            </a:r>
          </a:p>
        </p:txBody>
      </p:sp>
    </p:spTree>
    <p:extLst>
      <p:ext uri="{BB962C8B-B14F-4D97-AF65-F5344CB8AC3E}">
        <p14:creationId xmlns:p14="http://schemas.microsoft.com/office/powerpoint/2010/main" val="9437530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227">
            <a:extLst xmlns:a="http://schemas.openxmlformats.org/drawingml/2006/main">
              <a:ext uri="{FF2B5EF4-FFF2-40B4-BE49-F238E27FC236}">
                <a16:creationId xmlns:a16="http://schemas.microsoft.com/office/drawing/2014/main" id="{99250A01-9EA6-438B-A7DE-9DCC753F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228">
            <a:extLst xmlns:a="http://schemas.openxmlformats.org/drawingml/2006/main">
              <a:ext uri="{FF2B5EF4-FFF2-40B4-BE49-F238E27FC236}">
                <a16:creationId xmlns:a16="http://schemas.microsoft.com/office/drawing/2014/main" id="{5CBBB1D0-3BAC-45AE-92D2-874070A0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51種のSkillに、手順と失敗を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再利用できる形で残す</a:t>
            </a:r>
          </a:p>
        </p:txBody>
      </p:sp>
      <p:sp>
        <p:nvSpPr>
          <p:cNvPr id="3" name="rule-0229">
            <a:extLst xmlns:a="http://schemas.openxmlformats.org/drawingml/2006/main">
              <a:ext uri="{FF2B5EF4-FFF2-40B4-BE49-F238E27FC236}">
                <a16:creationId xmlns:a16="http://schemas.microsoft.com/office/drawing/2014/main" id="{99F36069-C1AE-444B-A6DE-19E81A3B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230">
            <a:extLst xmlns:a="http://schemas.openxmlformats.org/drawingml/2006/main">
              <a:ext uri="{FF2B5EF4-FFF2-40B4-BE49-F238E27FC236}">
                <a16:creationId xmlns:a16="http://schemas.microsoft.com/office/drawing/2014/main" id="{2F46E695-C8C4-425F-86A3-86C5AD76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231">
            <a:extLst xmlns:a="http://schemas.openxmlformats.org/drawingml/2006/main">
              <a:ext uri="{FF2B5EF4-FFF2-40B4-BE49-F238E27FC236}">
                <a16:creationId xmlns:a16="http://schemas.microsoft.com/office/drawing/2014/main" id="{1FB8D221-F948-4E9C-890C-3D41FFDA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14</a:t>
            </a:r>
          </a:p>
        </p:txBody>
      </p:sp>
      <p:sp>
        <p:nvSpPr>
          <p:cNvPr id="6" name="text-0232">
            <a:extLst xmlns:a="http://schemas.openxmlformats.org/drawingml/2006/main">
              <a:ext uri="{FF2B5EF4-FFF2-40B4-BE49-F238E27FC236}">
                <a16:creationId xmlns:a16="http://schemas.microsoft.com/office/drawing/2014/main" id="{8B0B9563-2DBF-4C9E-BAA8-01084CF3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540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51</a:t>
            </a:r>
          </a:p>
        </p:txBody>
      </p:sp>
      <p:sp>
        <p:nvSpPr>
          <p:cNvPr id="7" name="text-0233">
            <a:extLst xmlns:a="http://schemas.openxmlformats.org/drawingml/2006/main">
              <a:ext uri="{FF2B5EF4-FFF2-40B4-BE49-F238E27FC236}">
                <a16:creationId xmlns:a16="http://schemas.microsoft.com/office/drawing/2014/main" id="{6EF1B35E-747F-4561-9E4E-03CF0021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Skillの種類</a:t>
            </a:r>
          </a:p>
        </p:txBody>
      </p:sp>
      <p:sp>
        <p:nvSpPr>
          <p:cNvPr id="8" name="text-0234">
            <a:extLst xmlns:a="http://schemas.openxmlformats.org/drawingml/2006/main">
              <a:ext uri="{FF2B5EF4-FFF2-40B4-BE49-F238E27FC236}">
                <a16:creationId xmlns:a16="http://schemas.microsoft.com/office/drawing/2014/main" id="{C2C17942-77DA-4088-8D45-81E7605B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268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二つのAI環境へ展開し、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同じ判断基準を読み込ませる。</a:t>
            </a:r>
          </a:p>
        </p:txBody>
      </p:sp>
      <p:sp>
        <p:nvSpPr>
          <p:cNvPr id="9" name="rule-0235">
            <a:extLst xmlns:a="http://schemas.openxmlformats.org/drawingml/2006/main">
              <a:ext uri="{FF2B5EF4-FFF2-40B4-BE49-F238E27FC236}">
                <a16:creationId xmlns:a16="http://schemas.microsoft.com/office/drawing/2014/main" id="{99FB3D03-F091-443C-891C-99364AB8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478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236">
            <a:extLst xmlns:a="http://schemas.openxmlformats.org/drawingml/2006/main">
              <a:ext uri="{FF2B5EF4-FFF2-40B4-BE49-F238E27FC236}">
                <a16:creationId xmlns:a16="http://schemas.microsoft.com/office/drawing/2014/main" id="{9778B205-D1BF-42C7-9AD8-7A594CB1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43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CE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00A6CE"/>
                </a:solidFill>
                <a:latin typeface="Consolas"/>
                <a:ea typeface="Consolas"/>
                <a:cs typeface="Consolas"/>
              </a:rPr>
              <a:t>character-controller</a:t>
            </a:r>
          </a:p>
        </p:txBody>
      </p:sp>
      <p:sp>
        <p:nvSpPr>
          <p:cNvPr id="11" name="text-0237">
            <a:extLst xmlns:a="http://schemas.openxmlformats.org/drawingml/2006/main">
              <a:ext uri="{FF2B5EF4-FFF2-40B4-BE49-F238E27FC236}">
                <a16:creationId xmlns:a16="http://schemas.microsoft.com/office/drawing/2014/main" id="{4B815EDA-5D03-4797-998E-08AD6598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431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コヨーテタイム、入力バッファ、ジャンプカット</a:t>
            </a:r>
          </a:p>
        </p:txBody>
      </p:sp>
      <p:sp>
        <p:nvSpPr>
          <p:cNvPr id="12" name="rule-0238">
            <a:extLst xmlns:a="http://schemas.openxmlformats.org/drawingml/2006/main">
              <a:ext uri="{FF2B5EF4-FFF2-40B4-BE49-F238E27FC236}">
                <a16:creationId xmlns:a16="http://schemas.microsoft.com/office/drawing/2014/main" id="{8F49B6B1-C714-4D0F-8C23-998C0613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674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239">
            <a:extLst xmlns:a="http://schemas.openxmlformats.org/drawingml/2006/main">
              <a:ext uri="{FF2B5EF4-FFF2-40B4-BE49-F238E27FC236}">
                <a16:creationId xmlns:a16="http://schemas.microsoft.com/office/drawing/2014/main" id="{3E7C649F-448B-43FA-98E6-EBB40E1D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718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A85A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08A85A"/>
                </a:solidFill>
                <a:latin typeface="Consolas"/>
                <a:ea typeface="Consolas"/>
                <a:cs typeface="Consolas"/>
              </a:rPr>
              <a:t>unity-mcp-patterns</a:t>
            </a:r>
          </a:p>
        </p:txBody>
      </p:sp>
      <p:sp>
        <p:nvSpPr>
          <p:cNvPr id="14" name="text-0240">
            <a:extLst xmlns:a="http://schemas.openxmlformats.org/drawingml/2006/main">
              <a:ext uri="{FF2B5EF4-FFF2-40B4-BE49-F238E27FC236}">
                <a16:creationId xmlns:a16="http://schemas.microsoft.com/office/drawing/2014/main" id="{43A98D8E-4AD1-4F66-B71B-02908AAD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718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Editor操作の分割、batch、ログ確認、失敗時の復旧</a:t>
            </a:r>
          </a:p>
        </p:txBody>
      </p:sp>
      <p:sp>
        <p:nvSpPr>
          <p:cNvPr id="15" name="rule-0241">
            <a:extLst xmlns:a="http://schemas.openxmlformats.org/drawingml/2006/main">
              <a:ext uri="{FF2B5EF4-FFF2-40B4-BE49-F238E27FC236}">
                <a16:creationId xmlns:a16="http://schemas.microsoft.com/office/drawing/2014/main" id="{288A8607-8613-4026-846A-2D9A5BF2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10000"/>
            <a:ext cx="674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242">
            <a:extLst xmlns:a="http://schemas.openxmlformats.org/drawingml/2006/main">
              <a:ext uri="{FF2B5EF4-FFF2-40B4-BE49-F238E27FC236}">
                <a16:creationId xmlns:a16="http://schemas.microsoft.com/office/drawing/2014/main" id="{A709947D-250D-4D91-9BAB-F7B0F5F8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00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353D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E6353D"/>
                </a:solidFill>
                <a:latin typeface="Consolas"/>
                <a:ea typeface="Consolas"/>
                <a:cs typeface="Consolas"/>
              </a:rPr>
              <a:t>meshy-unity-workflow</a:t>
            </a:r>
          </a:p>
        </p:txBody>
      </p:sp>
      <p:sp>
        <p:nvSpPr>
          <p:cNvPr id="17" name="text-0243">
            <a:extLst xmlns:a="http://schemas.openxmlformats.org/drawingml/2006/main">
              <a:ext uri="{FF2B5EF4-FFF2-40B4-BE49-F238E27FC236}">
                <a16:creationId xmlns:a16="http://schemas.microsoft.com/office/drawing/2014/main" id="{A4FE0463-A237-4202-9CB0-E80B137F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005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APIキー、credit、3D生成、URP変換、権利ルール</a:t>
            </a:r>
          </a:p>
        </p:txBody>
      </p:sp>
      <p:sp>
        <p:nvSpPr>
          <p:cNvPr id="18" name="rule-0244">
            <a:extLst xmlns:a="http://schemas.openxmlformats.org/drawingml/2006/main">
              <a:ext uri="{FF2B5EF4-FFF2-40B4-BE49-F238E27FC236}">
                <a16:creationId xmlns:a16="http://schemas.microsoft.com/office/drawing/2014/main" id="{0B310F00-E254-4E7E-BB2F-25E37FAF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38700"/>
            <a:ext cx="674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245">
            <a:extLst xmlns:a="http://schemas.openxmlformats.org/drawingml/2006/main">
              <a:ext uri="{FF2B5EF4-FFF2-40B4-BE49-F238E27FC236}">
                <a16:creationId xmlns:a16="http://schemas.microsoft.com/office/drawing/2014/main" id="{7298F4CA-85D6-4FE8-B45C-74CBC16D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29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4CC3D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84CC3D"/>
                </a:solidFill>
                <a:latin typeface="Consolas"/>
                <a:ea typeface="Consolas"/>
                <a:cs typeface="Consolas"/>
              </a:rPr>
              <a:t>chaosdraftparty-gotchas</a:t>
            </a:r>
          </a:p>
        </p:txBody>
      </p:sp>
      <p:sp>
        <p:nvSpPr>
          <p:cNvPr id="20" name="text-0246">
            <a:extLst xmlns:a="http://schemas.openxmlformats.org/drawingml/2006/main">
              <a:ext uri="{FF2B5EF4-FFF2-40B4-BE49-F238E27FC236}">
                <a16:creationId xmlns:a16="http://schemas.microsoft.com/office/drawing/2014/main" id="{071280BF-94B1-4688-A11B-DFB0648D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4292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この作品で実際に起きた罠と、その確認方法</a:t>
            </a:r>
          </a:p>
        </p:txBody>
      </p:sp>
    </p:spTree>
    <p:extLst>
      <p:ext uri="{BB962C8B-B14F-4D97-AF65-F5344CB8AC3E}">
        <p14:creationId xmlns:p14="http://schemas.microsoft.com/office/powerpoint/2010/main" val="7386900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247">
            <a:extLst xmlns:a="http://schemas.openxmlformats.org/drawingml/2006/main">
              <a:ext uri="{FF2B5EF4-FFF2-40B4-BE49-F238E27FC236}">
                <a16:creationId xmlns:a16="http://schemas.microsoft.com/office/drawing/2014/main" id="{187BFBAB-D349-4D40-977B-3346D401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248">
            <a:extLst xmlns:a="http://schemas.openxmlformats.org/drawingml/2006/main">
              <a:ext uri="{FF2B5EF4-FFF2-40B4-BE49-F238E27FC236}">
                <a16:creationId xmlns:a16="http://schemas.microsoft.com/office/drawing/2014/main" id="{79984A8B-5276-4AB8-953B-9FBC9803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26種のHookが、破壊的変更と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記憶の断絶を防ぐ</a:t>
            </a:r>
          </a:p>
        </p:txBody>
      </p:sp>
      <p:sp>
        <p:nvSpPr>
          <p:cNvPr id="3" name="rule-0249">
            <a:extLst xmlns:a="http://schemas.openxmlformats.org/drawingml/2006/main">
              <a:ext uri="{FF2B5EF4-FFF2-40B4-BE49-F238E27FC236}">
                <a16:creationId xmlns:a16="http://schemas.microsoft.com/office/drawing/2014/main" id="{2E1D569A-07FF-42E5-B1B6-FDA02207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250">
            <a:extLst xmlns:a="http://schemas.openxmlformats.org/drawingml/2006/main">
              <a:ext uri="{FF2B5EF4-FFF2-40B4-BE49-F238E27FC236}">
                <a16:creationId xmlns:a16="http://schemas.microsoft.com/office/drawing/2014/main" id="{275FF730-332E-4CD1-BE11-481747C4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251">
            <a:extLst xmlns:a="http://schemas.openxmlformats.org/drawingml/2006/main">
              <a:ext uri="{FF2B5EF4-FFF2-40B4-BE49-F238E27FC236}">
                <a16:creationId xmlns:a16="http://schemas.microsoft.com/office/drawing/2014/main" id="{59F7BAA9-7F14-4195-8DB7-11229672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15</a:t>
            </a:r>
          </a:p>
        </p:txBody>
      </p:sp>
      <p:sp>
        <p:nvSpPr>
          <p:cNvPr id="6" name="text-0252">
            <a:extLst xmlns:a="http://schemas.openxmlformats.org/drawingml/2006/main">
              <a:ext uri="{FF2B5EF4-FFF2-40B4-BE49-F238E27FC236}">
                <a16:creationId xmlns:a16="http://schemas.microsoft.com/office/drawing/2014/main" id="{AB8931BA-BFA8-4CAF-BF32-5E8E1888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2686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54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26</a:t>
            </a:r>
          </a:p>
        </p:txBody>
      </p:sp>
      <p:sp>
        <p:nvSpPr>
          <p:cNvPr id="7" name="text-0253">
            <a:extLst xmlns:a="http://schemas.openxmlformats.org/drawingml/2006/main">
              <a:ext uri="{FF2B5EF4-FFF2-40B4-BE49-F238E27FC236}">
                <a16:creationId xmlns:a16="http://schemas.microsoft.com/office/drawing/2014/main" id="{F2ACAA5D-DB04-4768-94F7-B3CADEAF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Hookの種類</a:t>
            </a:r>
          </a:p>
        </p:txBody>
      </p:sp>
      <p:sp>
        <p:nvSpPr>
          <p:cNvPr id="8" name="text-0254">
            <a:extLst xmlns:a="http://schemas.openxmlformats.org/drawingml/2006/main">
              <a:ext uri="{FF2B5EF4-FFF2-40B4-BE49-F238E27FC236}">
                <a16:creationId xmlns:a16="http://schemas.microsoft.com/office/drawing/2014/main" id="{D29C584C-19D3-4B3C-9F7E-29440D67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268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CodexとClaudeの両側に配置。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開始前・実行後・終了時に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同じ安全確認を行う。</a:t>
            </a:r>
          </a:p>
        </p:txBody>
      </p:sp>
      <p:sp>
        <p:nvSpPr>
          <p:cNvPr id="9" name="rule-0255">
            <a:extLst xmlns:a="http://schemas.openxmlformats.org/drawingml/2006/main">
              <a:ext uri="{FF2B5EF4-FFF2-40B4-BE49-F238E27FC236}">
                <a16:creationId xmlns:a16="http://schemas.microsoft.com/office/drawing/2014/main" id="{746CB71F-2BFC-4E41-9C81-7DC90D0F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478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256">
            <a:extLst xmlns:a="http://schemas.openxmlformats.org/drawingml/2006/main">
              <a:ext uri="{FF2B5EF4-FFF2-40B4-BE49-F238E27FC236}">
                <a16:creationId xmlns:a16="http://schemas.microsoft.com/office/drawing/2014/main" id="{80EC6F76-4A0E-4889-BB5E-D9B41074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431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実行前</a:t>
            </a:r>
          </a:p>
        </p:txBody>
      </p:sp>
      <p:sp>
        <p:nvSpPr>
          <p:cNvPr id="11" name="text-0257">
            <a:extLst xmlns:a="http://schemas.openxmlformats.org/drawingml/2006/main">
              <a:ext uri="{FF2B5EF4-FFF2-40B4-BE49-F238E27FC236}">
                <a16:creationId xmlns:a16="http://schemas.microsoft.com/office/drawing/2014/main" id="{24A905ED-FB4E-4CA6-AEFF-DAFC3999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8595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block-scene-edit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guard-project-config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bash-gate</a:t>
            </a:r>
          </a:p>
        </p:txBody>
      </p:sp>
      <p:sp>
        <p:nvSpPr>
          <p:cNvPr id="12" name="rule-0258">
            <a:extLst xmlns:a="http://schemas.openxmlformats.org/drawingml/2006/main">
              <a:ext uri="{FF2B5EF4-FFF2-40B4-BE49-F238E27FC236}">
                <a16:creationId xmlns:a16="http://schemas.microsoft.com/office/drawing/2014/main" id="{B1E89772-C21F-427B-BF4B-8641AFB1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674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259">
            <a:extLst xmlns:a="http://schemas.openxmlformats.org/drawingml/2006/main">
              <a:ext uri="{FF2B5EF4-FFF2-40B4-BE49-F238E27FC236}">
                <a16:creationId xmlns:a16="http://schemas.microsoft.com/office/drawing/2014/main" id="{FF051415-872E-40EE-970F-32DDF003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670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実行後</a:t>
            </a:r>
          </a:p>
        </p:txBody>
      </p:sp>
      <p:sp>
        <p:nvSpPr>
          <p:cNvPr id="14" name="text-0260">
            <a:extLst xmlns:a="http://schemas.openxmlformats.org/drawingml/2006/main">
              <a:ext uri="{FF2B5EF4-FFF2-40B4-BE49-F238E27FC236}">
                <a16:creationId xmlns:a16="http://schemas.microsoft.com/office/drawing/2014/main" id="{C6D9C270-9AD0-40EF-B17A-DA7ED656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0990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warn-serialization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quality-gate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track-edits / suggest-verify</a:t>
            </a:r>
          </a:p>
        </p:txBody>
      </p:sp>
      <p:sp>
        <p:nvSpPr>
          <p:cNvPr id="15" name="rule-0261">
            <a:extLst xmlns:a="http://schemas.openxmlformats.org/drawingml/2006/main">
              <a:ext uri="{FF2B5EF4-FFF2-40B4-BE49-F238E27FC236}">
                <a16:creationId xmlns:a16="http://schemas.microsoft.com/office/drawing/2014/main" id="{7BD3DB4F-87AE-463C-B039-9A831B30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43350"/>
            <a:ext cx="674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262">
            <a:extLst xmlns:a="http://schemas.openxmlformats.org/drawingml/2006/main">
              <a:ext uri="{FF2B5EF4-FFF2-40B4-BE49-F238E27FC236}">
                <a16:creationId xmlns:a16="http://schemas.microsoft.com/office/drawing/2014/main" id="{A71D66D0-69F9-418F-99ED-6D942D0F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291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セッション</a:t>
            </a:r>
          </a:p>
        </p:txBody>
      </p:sp>
      <p:sp>
        <p:nvSpPr>
          <p:cNvPr id="17" name="text-0263">
            <a:extLst xmlns:a="http://schemas.openxmlformats.org/drawingml/2006/main">
              <a:ext uri="{FF2B5EF4-FFF2-40B4-BE49-F238E27FC236}">
                <a16:creationId xmlns:a16="http://schemas.microsoft.com/office/drawing/2014/main" id="{AF2AAF15-71DA-48B4-A73C-5846B07D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719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session-restore / session-save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auto-learn / instinct-distill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stop-validate / notify</a:t>
            </a:r>
          </a:p>
        </p:txBody>
      </p:sp>
      <p:sp>
        <p:nvSpPr>
          <p:cNvPr id="18" name="shape-0264">
            <a:extLst xmlns:a="http://schemas.openxmlformats.org/drawingml/2006/main">
              <a:ext uri="{FF2B5EF4-FFF2-40B4-BE49-F238E27FC236}">
                <a16:creationId xmlns:a16="http://schemas.microsoft.com/office/drawing/2014/main" id="{23759C9F-0D8F-4498-BBED-C1DC5680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14950"/>
            <a:ext cx="6743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265">
            <a:extLst xmlns:a="http://schemas.openxmlformats.org/drawingml/2006/main">
              <a:ext uri="{FF2B5EF4-FFF2-40B4-BE49-F238E27FC236}">
                <a16:creationId xmlns:a16="http://schemas.microsoft.com/office/drawing/2014/main" id="{22DAC60A-8FA0-42B0-9A3A-D64484A7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91150"/>
            <a:ext cx="632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危険な操作を止め、作業履歴を残し、次の起動で復元する。</a:t>
            </a:r>
          </a:p>
        </p:txBody>
      </p:sp>
    </p:spTree>
    <p:extLst>
      <p:ext uri="{BB962C8B-B14F-4D97-AF65-F5344CB8AC3E}">
        <p14:creationId xmlns:p14="http://schemas.microsoft.com/office/powerpoint/2010/main" val="99338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266">
            <a:extLst xmlns:a="http://schemas.openxmlformats.org/drawingml/2006/main">
              <a:ext uri="{FF2B5EF4-FFF2-40B4-BE49-F238E27FC236}">
                <a16:creationId xmlns:a16="http://schemas.microsoft.com/office/drawing/2014/main" id="{7C9204F7-98F4-4A08-820A-343313E0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267">
            <a:extLst xmlns:a="http://schemas.openxmlformats.org/drawingml/2006/main">
              <a:ext uri="{FF2B5EF4-FFF2-40B4-BE49-F238E27FC236}">
                <a16:creationId xmlns:a16="http://schemas.microsoft.com/office/drawing/2014/main" id="{DBEFF80D-DD47-485B-9761-98450D61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APIとBridgeで、外部生成と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Claudeの継続対話を工程に入れる</a:t>
            </a:r>
          </a:p>
        </p:txBody>
      </p:sp>
      <p:sp>
        <p:nvSpPr>
          <p:cNvPr id="3" name="rule-0268">
            <a:extLst xmlns:a="http://schemas.openxmlformats.org/drawingml/2006/main">
              <a:ext uri="{FF2B5EF4-FFF2-40B4-BE49-F238E27FC236}">
                <a16:creationId xmlns:a16="http://schemas.microsoft.com/office/drawing/2014/main" id="{D232DAA4-0B44-4124-8CE5-06B734F1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269">
            <a:extLst xmlns:a="http://schemas.openxmlformats.org/drawingml/2006/main">
              <a:ext uri="{FF2B5EF4-FFF2-40B4-BE49-F238E27FC236}">
                <a16:creationId xmlns:a16="http://schemas.microsoft.com/office/drawing/2014/main" id="{B309CF7E-9775-4289-9E89-2CE8CC79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270">
            <a:extLst xmlns:a="http://schemas.openxmlformats.org/drawingml/2006/main">
              <a:ext uri="{FF2B5EF4-FFF2-40B4-BE49-F238E27FC236}">
                <a16:creationId xmlns:a16="http://schemas.microsoft.com/office/drawing/2014/main" id="{F49EF637-D790-4489-A1EA-217DC49F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16</a:t>
            </a:r>
          </a:p>
        </p:txBody>
      </p:sp>
      <p:sp>
        <p:nvSpPr>
          <p:cNvPr id="6" name="text-0271">
            <a:extLst xmlns:a="http://schemas.openxmlformats.org/drawingml/2006/main">
              <a:ext uri="{FF2B5EF4-FFF2-40B4-BE49-F238E27FC236}">
                <a16:creationId xmlns:a16="http://schemas.microsoft.com/office/drawing/2014/main" id="{92B14B10-74CE-4191-828F-CC51E88C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Meshy MCP / API</a:t>
            </a:r>
          </a:p>
        </p:txBody>
      </p:sp>
      <p:sp>
        <p:nvSpPr>
          <p:cNvPr id="7" name="text-0272">
            <a:extLst xmlns:a="http://schemas.openxmlformats.org/drawingml/2006/main">
              <a:ext uri="{FF2B5EF4-FFF2-40B4-BE49-F238E27FC236}">
                <a16:creationId xmlns:a16="http://schemas.microsoft.com/office/drawing/2014/main" id="{C786287F-EE27-4B75-82E8-8E03555B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ステージ小物に限定した3D生成</a:t>
            </a:r>
          </a:p>
        </p:txBody>
      </p:sp>
      <p:sp>
        <p:nvSpPr>
          <p:cNvPr id="8" name="shape-0273">
            <a:extLst xmlns:a="http://schemas.openxmlformats.org/drawingml/2006/main">
              <a:ext uri="{FF2B5EF4-FFF2-40B4-BE49-F238E27FC236}">
                <a16:creationId xmlns:a16="http://schemas.microsoft.com/office/drawing/2014/main" id="{C39CACA0-5179-43D6-AF51-4B88EC77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76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274">
            <a:extLst xmlns:a="http://schemas.openxmlformats.org/drawingml/2006/main">
              <a:ext uri="{FF2B5EF4-FFF2-40B4-BE49-F238E27FC236}">
                <a16:creationId xmlns:a16="http://schemas.microsoft.com/office/drawing/2014/main" id="{11481BD3-BC5F-4863-A8FF-EC67F6B6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公式MCP 19ツールの運用をSkill化</a:t>
            </a:r>
          </a:p>
        </p:txBody>
      </p:sp>
      <p:sp>
        <p:nvSpPr>
          <p:cNvPr id="10" name="shape-0275">
            <a:extLst xmlns:a="http://schemas.openxmlformats.org/drawingml/2006/main">
              <a:ext uri="{FF2B5EF4-FFF2-40B4-BE49-F238E27FC236}">
                <a16:creationId xmlns:a16="http://schemas.microsoft.com/office/drawing/2014/main" id="{874A248C-6585-4148-8CD1-0E143C29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52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276">
            <a:extLst xmlns:a="http://schemas.openxmlformats.org/drawingml/2006/main">
              <a:ext uri="{FF2B5EF4-FFF2-40B4-BE49-F238E27FC236}">
                <a16:creationId xmlns:a16="http://schemas.microsoft.com/office/drawing/2014/main" id="{D8519B40-5DF2-4321-B353-A1579277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APIキーはuser scope、Gitへ置かない</a:t>
            </a:r>
          </a:p>
        </p:txBody>
      </p:sp>
      <p:sp>
        <p:nvSpPr>
          <p:cNvPr id="12" name="shape-0277">
            <a:extLst xmlns:a="http://schemas.openxmlformats.org/drawingml/2006/main">
              <a:ext uri="{FF2B5EF4-FFF2-40B4-BE49-F238E27FC236}">
                <a16:creationId xmlns:a16="http://schemas.microsoft.com/office/drawing/2014/main" id="{ED990193-F3BB-46A2-945B-7F80377E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29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278">
            <a:extLst xmlns:a="http://schemas.openxmlformats.org/drawingml/2006/main">
              <a:ext uri="{FF2B5EF4-FFF2-40B4-BE49-F238E27FC236}">
                <a16:creationId xmlns:a16="http://schemas.microsoft.com/office/drawing/2014/main" id="{196E2E76-1E18-46DA-9F72-7E195B97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生成物を保存し、URP変換までつなぐ</a:t>
            </a:r>
          </a:p>
        </p:txBody>
      </p:sp>
      <p:sp>
        <p:nvSpPr>
          <p:cNvPr id="14" name="text-0279">
            <a:extLst xmlns:a="http://schemas.openxmlformats.org/drawingml/2006/main">
              <a:ext uri="{FF2B5EF4-FFF2-40B4-BE49-F238E27FC236}">
                <a16:creationId xmlns:a16="http://schemas.microsoft.com/office/drawing/2014/main" id="{C176D137-2E72-4831-B465-5E0B363F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キャラクター生成は禁止</a:t>
            </a:r>
          </a:p>
        </p:txBody>
      </p:sp>
      <p:sp>
        <p:nvSpPr>
          <p:cNvPr id="15" name="rule-0280">
            <a:extLst xmlns:a="http://schemas.openxmlformats.org/drawingml/2006/main">
              <a:ext uri="{FF2B5EF4-FFF2-40B4-BE49-F238E27FC236}">
                <a16:creationId xmlns:a16="http://schemas.microsoft.com/office/drawing/2014/main" id="{EBD958CA-A1BC-4EA7-B9DC-48716464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478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281">
            <a:extLst xmlns:a="http://schemas.openxmlformats.org/drawingml/2006/main">
              <a:ext uri="{FF2B5EF4-FFF2-40B4-BE49-F238E27FC236}">
                <a16:creationId xmlns:a16="http://schemas.microsoft.com/office/drawing/2014/main" id="{ED3D1A72-6513-48EB-B7DF-A5F9664E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Claude file bridge</a:t>
            </a:r>
          </a:p>
        </p:txBody>
      </p:sp>
      <p:sp>
        <p:nvSpPr>
          <p:cNvPr id="17" name="text-0282">
            <a:extLst xmlns:a="http://schemas.openxmlformats.org/drawingml/2006/main">
              <a:ext uri="{FF2B5EF4-FFF2-40B4-BE49-F238E27FC236}">
                <a16:creationId xmlns:a16="http://schemas.microsoft.com/office/drawing/2014/main" id="{C2D43967-5AA0-4B80-B86B-45E8FACD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同じ対話をファイル経由で継続する</a:t>
            </a:r>
          </a:p>
        </p:txBody>
      </p:sp>
      <p:sp>
        <p:nvSpPr>
          <p:cNvPr id="18" name="shape-0283">
            <a:extLst xmlns:a="http://schemas.openxmlformats.org/drawingml/2006/main">
              <a:ext uri="{FF2B5EF4-FFF2-40B4-BE49-F238E27FC236}">
                <a16:creationId xmlns:a16="http://schemas.microsoft.com/office/drawing/2014/main" id="{AAE250E8-C3A9-4BD1-B180-72B3A3B7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71800"/>
            <a:ext cx="49530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9525">
            <a:solidFill>
              <a:srgbClr val="17191B"/>
            </a:solidFill>
            <a:prstDash val="solid"/>
          </a:ln>
        </p:spPr>
      </p:sp>
      <p:sp>
        <p:nvSpPr>
          <p:cNvPr id="19" name="rule-0284">
            <a:extLst xmlns:a="http://schemas.openxmlformats.org/drawingml/2006/main">
              <a:ext uri="{FF2B5EF4-FFF2-40B4-BE49-F238E27FC236}">
                <a16:creationId xmlns:a16="http://schemas.microsoft.com/office/drawing/2014/main" id="{FBEDA60D-AB2E-48FB-BF94-DDD15B56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71800"/>
            <a:ext cx="762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0285">
            <a:extLst xmlns:a="http://schemas.openxmlformats.org/drawingml/2006/main">
              <a:ext uri="{FF2B5EF4-FFF2-40B4-BE49-F238E27FC236}">
                <a16:creationId xmlns:a16="http://schemas.microsoft.com/office/drawing/2014/main" id="{C1D44DBC-BA37-488A-9959-AC47F1E9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43250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tools/claude_bridge/claude_prompt_bridge.ps1</a:t>
            </a:r>
          </a:p>
        </p:txBody>
      </p:sp>
      <p:sp>
        <p:nvSpPr>
          <p:cNvPr id="21" name="text-0286">
            <a:extLst xmlns:a="http://schemas.openxmlformats.org/drawingml/2006/main">
              <a:ext uri="{FF2B5EF4-FFF2-40B4-BE49-F238E27FC236}">
                <a16:creationId xmlns:a16="http://schemas.microsoft.com/office/drawing/2014/main" id="{E8C4990D-BA91-4CC0-8D51-B684B79F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44196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inbox.md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   ↓  claude -c -p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outbox_latest.md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   ↓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7F6F1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6F1"/>
                </a:solidFill>
                <a:latin typeface="Consolas"/>
                <a:ea typeface="Consolas"/>
                <a:cs typeface="Consolas"/>
              </a:rPr>
              <a:t>archive/</a:t>
            </a:r>
          </a:p>
        </p:txBody>
      </p:sp>
      <p:sp>
        <p:nvSpPr>
          <p:cNvPr id="22" name="text-0287">
            <a:extLst xmlns:a="http://schemas.openxmlformats.org/drawingml/2006/main">
              <a:ext uri="{FF2B5EF4-FFF2-40B4-BE49-F238E27FC236}">
                <a16:creationId xmlns:a16="http://schemas.microsoft.com/office/drawing/2014/main" id="{B119CA0D-9101-4C81-AAE3-9653B77C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0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151行のPowerShell watcher。入力・出力・履歴をプロジェクト内に残す。</a:t>
            </a:r>
          </a:p>
        </p:txBody>
      </p:sp>
    </p:spTree>
    <p:extLst>
      <p:ext uri="{BB962C8B-B14F-4D97-AF65-F5344CB8AC3E}">
        <p14:creationId xmlns:p14="http://schemas.microsoft.com/office/powerpoint/2010/main" val="713270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288">
            <a:extLst xmlns:a="http://schemas.openxmlformats.org/drawingml/2006/main">
              <a:ext uri="{FF2B5EF4-FFF2-40B4-BE49-F238E27FC236}">
                <a16:creationId xmlns:a16="http://schemas.microsoft.com/office/drawing/2014/main" id="{035A8CAB-F23F-4B03-8A1C-2042586E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289">
            <a:extLst xmlns:a="http://schemas.openxmlformats.org/drawingml/2006/main">
              <a:ext uri="{FF2B5EF4-FFF2-40B4-BE49-F238E27FC236}">
                <a16:creationId xmlns:a16="http://schemas.microsoft.com/office/drawing/2014/main" id="{8CA1302C-2BFD-4FFA-A811-8B670184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実装後は、別役のAIが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指摘と修正を往復する</a:t>
            </a:r>
          </a:p>
        </p:txBody>
      </p:sp>
      <p:sp>
        <p:nvSpPr>
          <p:cNvPr id="3" name="rule-0290">
            <a:extLst xmlns:a="http://schemas.openxmlformats.org/drawingml/2006/main">
              <a:ext uri="{FF2B5EF4-FFF2-40B4-BE49-F238E27FC236}">
                <a16:creationId xmlns:a16="http://schemas.microsoft.com/office/drawing/2014/main" id="{940E1882-54D7-4766-85E4-F9B326DD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291">
            <a:extLst xmlns:a="http://schemas.openxmlformats.org/drawingml/2006/main">
              <a:ext uri="{FF2B5EF4-FFF2-40B4-BE49-F238E27FC236}">
                <a16:creationId xmlns:a16="http://schemas.microsoft.com/office/drawing/2014/main" id="{7CAC55B8-C1E4-4C8B-98FE-282469FE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292">
            <a:extLst xmlns:a="http://schemas.openxmlformats.org/drawingml/2006/main">
              <a:ext uri="{FF2B5EF4-FFF2-40B4-BE49-F238E27FC236}">
                <a16:creationId xmlns:a16="http://schemas.microsoft.com/office/drawing/2014/main" id="{3A8BD912-0720-4849-8EA3-01FE07C3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17</a:t>
            </a:r>
          </a:p>
        </p:txBody>
      </p:sp>
      <p:sp>
        <p:nvSpPr>
          <p:cNvPr id="6" name="text-0293">
            <a:extLst xmlns:a="http://schemas.openxmlformats.org/drawingml/2006/main">
              <a:ext uri="{FF2B5EF4-FFF2-40B4-BE49-F238E27FC236}">
                <a16:creationId xmlns:a16="http://schemas.microsoft.com/office/drawing/2014/main" id="{7F9BB77A-F804-4525-B6FC-73B711A9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変更</a:t>
            </a:r>
          </a:p>
        </p:txBody>
      </p:sp>
      <p:sp>
        <p:nvSpPr>
          <p:cNvPr id="7" name="rule-0294">
            <a:extLst xmlns:a="http://schemas.openxmlformats.org/drawingml/2006/main">
              <a:ext uri="{FF2B5EF4-FFF2-40B4-BE49-F238E27FC236}">
                <a16:creationId xmlns:a16="http://schemas.microsoft.com/office/drawing/2014/main" id="{406F28E6-4502-4B30-9FB4-A0450DBF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1371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295">
            <a:extLst xmlns:a="http://schemas.openxmlformats.org/drawingml/2006/main">
              <a:ext uri="{FF2B5EF4-FFF2-40B4-BE49-F238E27FC236}">
                <a16:creationId xmlns:a16="http://schemas.microsoft.com/office/drawing/2014/main" id="{03FB9557-2392-4222-AA8D-AB961DE1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git diff</a:t>
            </a:r>
          </a:p>
        </p:txBody>
      </p:sp>
      <p:sp>
        <p:nvSpPr>
          <p:cNvPr id="9" name="text-0296">
            <a:extLst xmlns:a="http://schemas.openxmlformats.org/drawingml/2006/main">
              <a:ext uri="{FF2B5EF4-FFF2-40B4-BE49-F238E27FC236}">
                <a16:creationId xmlns:a16="http://schemas.microsoft.com/office/drawing/2014/main" id="{3DF631D9-5F5D-4990-A2FC-17AF8613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0" name="text-0297">
            <a:extLst xmlns:a="http://schemas.openxmlformats.org/drawingml/2006/main">
              <a:ext uri="{FF2B5EF4-FFF2-40B4-BE49-F238E27FC236}">
                <a16:creationId xmlns:a16="http://schemas.microsoft.com/office/drawing/2014/main" id="{CB482172-FF17-4F0A-86AD-02ECD487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52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レビュー</a:t>
            </a:r>
          </a:p>
        </p:txBody>
      </p:sp>
      <p:sp>
        <p:nvSpPr>
          <p:cNvPr id="11" name="rule-0298">
            <a:extLst xmlns:a="http://schemas.openxmlformats.org/drawingml/2006/main">
              <a:ext uri="{FF2B5EF4-FFF2-40B4-BE49-F238E27FC236}">
                <a16:creationId xmlns:a16="http://schemas.microsoft.com/office/drawing/2014/main" id="{67BB7949-1055-4AEB-82FD-9EA59993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860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299">
            <a:extLst xmlns:a="http://schemas.openxmlformats.org/drawingml/2006/main">
              <a:ext uri="{FF2B5EF4-FFF2-40B4-BE49-F238E27FC236}">
                <a16:creationId xmlns:a16="http://schemas.microsoft.com/office/drawing/2014/main" id="{569F46AB-C66F-49BC-AE94-8484609C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956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26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5C6268"/>
                </a:solidFill>
                <a:latin typeface="Consolas"/>
                <a:ea typeface="Consolas"/>
                <a:cs typeface="Consolas"/>
              </a:rPr>
              <a:t>unity-reviewer</a:t>
            </a:r>
          </a:p>
        </p:txBody>
      </p:sp>
      <p:sp>
        <p:nvSpPr>
          <p:cNvPr id="13" name="text-0300">
            <a:extLst xmlns:a="http://schemas.openxmlformats.org/drawingml/2006/main">
              <a:ext uri="{FF2B5EF4-FFF2-40B4-BE49-F238E27FC236}">
                <a16:creationId xmlns:a16="http://schemas.microsoft.com/office/drawing/2014/main" id="{929DAD2B-FF19-4E56-8A12-E1DC3E45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4" name="text-0301">
            <a:extLst xmlns:a="http://schemas.openxmlformats.org/drawingml/2006/main">
              <a:ext uri="{FF2B5EF4-FFF2-40B4-BE49-F238E27FC236}">
                <a16:creationId xmlns:a16="http://schemas.microsoft.com/office/drawing/2014/main" id="{322F16E4-0227-4174-A1BD-1F3F8EC9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52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修正</a:t>
            </a:r>
          </a:p>
        </p:txBody>
      </p:sp>
      <p:sp>
        <p:nvSpPr>
          <p:cNvPr id="15" name="rule-0302">
            <a:extLst xmlns:a="http://schemas.openxmlformats.org/drawingml/2006/main">
              <a:ext uri="{FF2B5EF4-FFF2-40B4-BE49-F238E27FC236}">
                <a16:creationId xmlns:a16="http://schemas.microsoft.com/office/drawing/2014/main" id="{D7E5516D-EE5E-4FB4-BB7B-F7F80711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303">
            <a:extLst xmlns:a="http://schemas.openxmlformats.org/drawingml/2006/main">
              <a:ext uri="{FF2B5EF4-FFF2-40B4-BE49-F238E27FC236}">
                <a16:creationId xmlns:a16="http://schemas.microsoft.com/office/drawing/2014/main" id="{4456310A-D368-4EA0-B1A1-3FFEF0CF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26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5C6268"/>
                </a:solidFill>
                <a:latin typeface="Consolas"/>
                <a:ea typeface="Consolas"/>
                <a:cs typeface="Consolas"/>
              </a:rPr>
              <a:t>code-reviser</a:t>
            </a:r>
          </a:p>
        </p:txBody>
      </p:sp>
      <p:sp>
        <p:nvSpPr>
          <p:cNvPr id="17" name="text-0304">
            <a:extLst xmlns:a="http://schemas.openxmlformats.org/drawingml/2006/main">
              <a:ext uri="{FF2B5EF4-FFF2-40B4-BE49-F238E27FC236}">
                <a16:creationId xmlns:a16="http://schemas.microsoft.com/office/drawing/2014/main" id="{FD08183D-C3A1-4150-B6E2-943EDD40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8" name="text-0305">
            <a:extLst xmlns:a="http://schemas.openxmlformats.org/drawingml/2006/main">
              <a:ext uri="{FF2B5EF4-FFF2-40B4-BE49-F238E27FC236}">
                <a16:creationId xmlns:a16="http://schemas.microsoft.com/office/drawing/2014/main" id="{7D133F11-492E-471C-8265-D70EA65D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再レビュー</a:t>
            </a:r>
          </a:p>
        </p:txBody>
      </p:sp>
      <p:sp>
        <p:nvSpPr>
          <p:cNvPr id="19" name="rule-0306">
            <a:extLst xmlns:a="http://schemas.openxmlformats.org/drawingml/2006/main">
              <a:ext uri="{FF2B5EF4-FFF2-40B4-BE49-F238E27FC236}">
                <a16:creationId xmlns:a16="http://schemas.microsoft.com/office/drawing/2014/main" id="{2E310C85-6253-4499-BDDE-70EE400A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860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0307">
            <a:extLst xmlns:a="http://schemas.openxmlformats.org/drawingml/2006/main">
              <a:ext uri="{FF2B5EF4-FFF2-40B4-BE49-F238E27FC236}">
                <a16:creationId xmlns:a16="http://schemas.microsoft.com/office/drawing/2014/main" id="{9ABE3ABC-88B7-47C1-BDB0-B42CAECC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956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最大3周</a:t>
            </a:r>
          </a:p>
        </p:txBody>
      </p:sp>
      <p:sp>
        <p:nvSpPr>
          <p:cNvPr id="21" name="text-0308">
            <a:extLst xmlns:a="http://schemas.openxmlformats.org/drawingml/2006/main">
              <a:ext uri="{FF2B5EF4-FFF2-40B4-BE49-F238E27FC236}">
                <a16:creationId xmlns:a16="http://schemas.microsoft.com/office/drawing/2014/main" id="{17D0CF9E-03CC-42C9-AB70-CBF8C1A7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22" name="text-0309">
            <a:extLst xmlns:a="http://schemas.openxmlformats.org/drawingml/2006/main">
              <a:ext uri="{FF2B5EF4-FFF2-40B4-BE49-F238E27FC236}">
                <a16:creationId xmlns:a16="http://schemas.microsoft.com/office/drawing/2014/main" id="{4684B8BC-B780-4A9F-8813-57DC0F96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526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第三者確認</a:t>
            </a:r>
          </a:p>
        </p:txBody>
      </p:sp>
      <p:sp>
        <p:nvSpPr>
          <p:cNvPr id="23" name="rule-0310">
            <a:extLst xmlns:a="http://schemas.openxmlformats.org/drawingml/2006/main">
              <a:ext uri="{FF2B5EF4-FFF2-40B4-BE49-F238E27FC236}">
                <a16:creationId xmlns:a16="http://schemas.microsoft.com/office/drawing/2014/main" id="{14CF94C0-4380-47B4-BC78-830062F1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860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0311">
            <a:extLst xmlns:a="http://schemas.openxmlformats.org/drawingml/2006/main">
              <a:ext uri="{FF2B5EF4-FFF2-40B4-BE49-F238E27FC236}">
                <a16:creationId xmlns:a16="http://schemas.microsoft.com/office/drawing/2014/main" id="{74EE2A2A-8B4B-41D1-BE35-7AC41E7F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956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268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5C6268"/>
                </a:solidFill>
                <a:latin typeface="Consolas"/>
                <a:ea typeface="Consolas"/>
                <a:cs typeface="Consolas"/>
              </a:rPr>
              <a:t>Codex read-only</a:t>
            </a:r>
          </a:p>
        </p:txBody>
      </p:sp>
      <p:sp>
        <p:nvSpPr>
          <p:cNvPr id="25" name="shape-0312">
            <a:extLst xmlns:a="http://schemas.openxmlformats.org/drawingml/2006/main">
              <a:ext uri="{FF2B5EF4-FFF2-40B4-BE49-F238E27FC236}">
                <a16:creationId xmlns:a16="http://schemas.microsoft.com/office/drawing/2014/main" id="{7884E0AC-90EE-4C48-9AED-EFF3E473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10439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313">
            <a:extLst xmlns:a="http://schemas.openxmlformats.org/drawingml/2006/main">
              <a:ext uri="{FF2B5EF4-FFF2-40B4-BE49-F238E27FC236}">
                <a16:creationId xmlns:a16="http://schemas.microsoft.com/office/drawing/2014/main" id="{0EE20C28-682A-4D1E-9389-03147B3D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994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Codexは `--sandbox read-only` で、null・境界値・規約違反を別モデル視点から確認する。</a:t>
            </a:r>
          </a:p>
        </p:txBody>
      </p:sp>
      <p:sp>
        <p:nvSpPr>
          <p:cNvPr id="27" name="text-0314">
            <a:extLst xmlns:a="http://schemas.openxmlformats.org/drawingml/2006/main">
              <a:ext uri="{FF2B5EF4-FFF2-40B4-BE49-F238E27FC236}">
                <a16:creationId xmlns:a16="http://schemas.microsoft.com/office/drawing/2014/main" id="{AE2FA33C-47EC-4999-8BF3-3DEB224E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043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最後の採否・見た目・コミットは人が握る。</a:t>
            </a:r>
          </a:p>
        </p:txBody>
      </p:sp>
    </p:spTree>
    <p:extLst>
      <p:ext uri="{BB962C8B-B14F-4D97-AF65-F5344CB8AC3E}">
        <p14:creationId xmlns:p14="http://schemas.microsoft.com/office/powerpoint/2010/main" val="2383506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315">
            <a:extLst xmlns:a="http://schemas.openxmlformats.org/drawingml/2006/main">
              <a:ext uri="{FF2B5EF4-FFF2-40B4-BE49-F238E27FC236}">
                <a16:creationId xmlns:a16="http://schemas.microsoft.com/office/drawing/2014/main" id="{A587AFBB-8B3C-48DA-A6E0-BD60F11C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316">
            <a:extLst xmlns:a="http://schemas.openxmlformats.org/drawingml/2006/main">
              <a:ext uri="{FF2B5EF4-FFF2-40B4-BE49-F238E27FC236}">
                <a16:creationId xmlns:a16="http://schemas.microsoft.com/office/drawing/2014/main" id="{4E5318FF-E3CA-4881-9E24-26A95158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違いは、AIの使用量ではなく、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工程として固定したこと</a:t>
            </a:r>
          </a:p>
        </p:txBody>
      </p:sp>
      <p:sp>
        <p:nvSpPr>
          <p:cNvPr id="3" name="rule-0317">
            <a:extLst xmlns:a="http://schemas.openxmlformats.org/drawingml/2006/main">
              <a:ext uri="{FF2B5EF4-FFF2-40B4-BE49-F238E27FC236}">
                <a16:creationId xmlns:a16="http://schemas.microsoft.com/office/drawing/2014/main" id="{98FD13ED-5608-4FAC-B5F9-8A2B6992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318">
            <a:extLst xmlns:a="http://schemas.openxmlformats.org/drawingml/2006/main">
              <a:ext uri="{FF2B5EF4-FFF2-40B4-BE49-F238E27FC236}">
                <a16:creationId xmlns:a16="http://schemas.microsoft.com/office/drawing/2014/main" id="{5DECECAB-A166-438C-881E-342134B5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319">
            <a:extLst xmlns:a="http://schemas.openxmlformats.org/drawingml/2006/main">
              <a:ext uri="{FF2B5EF4-FFF2-40B4-BE49-F238E27FC236}">
                <a16:creationId xmlns:a16="http://schemas.microsoft.com/office/drawing/2014/main" id="{ED40383B-D4A5-493E-9B00-F7FF5DDF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18</a:t>
            </a:r>
          </a:p>
        </p:txBody>
      </p:sp>
      <p:sp>
        <p:nvSpPr>
          <p:cNvPr id="6" name="text-0320">
            <a:extLst xmlns:a="http://schemas.openxmlformats.org/drawingml/2006/main">
              <a:ext uri="{FF2B5EF4-FFF2-40B4-BE49-F238E27FC236}">
                <a16:creationId xmlns:a16="http://schemas.microsoft.com/office/drawing/2014/main" id="{6A889F77-310C-41AC-B6E1-EF5BFF5B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5C6268"/>
                </a:solidFill>
                <a:latin typeface="Meiryo"/>
                <a:ea typeface="Meiryo"/>
                <a:cs typeface="Meiryo"/>
              </a:rPr>
              <a:t>一般的な単発利用</a:t>
            </a:r>
          </a:p>
        </p:txBody>
      </p:sp>
      <p:sp>
        <p:nvSpPr>
          <p:cNvPr id="7" name="text-0321">
            <a:extLst xmlns:a="http://schemas.openxmlformats.org/drawingml/2006/main">
              <a:ext uri="{FF2B5EF4-FFF2-40B4-BE49-F238E27FC236}">
                <a16:creationId xmlns:a16="http://schemas.microsoft.com/office/drawing/2014/main" id="{1B7C4C1A-9923-4176-9EAE-AA29EA8B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質問する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0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出力を貼る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0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会話が切れる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0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確認は人の記憶に頼る</a:t>
            </a:r>
          </a:p>
        </p:txBody>
      </p:sp>
      <p:sp>
        <p:nvSpPr>
          <p:cNvPr id="8" name="rule-0322">
            <a:extLst xmlns:a="http://schemas.openxmlformats.org/drawingml/2006/main">
              <a:ext uri="{FF2B5EF4-FFF2-40B4-BE49-F238E27FC236}">
                <a16:creationId xmlns:a16="http://schemas.microsoft.com/office/drawing/2014/main" id="{400FA342-C3AD-41A3-A842-CE1B1DEB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47850"/>
            <a:ext cx="190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323">
            <a:extLst xmlns:a="http://schemas.openxmlformats.org/drawingml/2006/main">
              <a:ext uri="{FF2B5EF4-FFF2-40B4-BE49-F238E27FC236}">
                <a16:creationId xmlns:a16="http://schemas.microsoft.com/office/drawing/2014/main" id="{792F8B41-43D0-4EA4-A35C-EF345255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このプロジェクト</a:t>
            </a:r>
          </a:p>
        </p:txBody>
      </p:sp>
      <p:sp>
        <p:nvSpPr>
          <p:cNvPr id="10" name="text-0324">
            <a:extLst xmlns:a="http://schemas.openxmlformats.org/drawingml/2006/main">
              <a:ext uri="{FF2B5EF4-FFF2-40B4-BE49-F238E27FC236}">
                <a16:creationId xmlns:a16="http://schemas.microsoft.com/office/drawing/2014/main" id="{173D1A42-0D47-4208-9559-C96F932F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役割をAgentに分ける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手順をSkillに残す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EditorをMCPで操作する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HookとReviewで確認する</a:t>
            </a:r>
          </a:p>
        </p:txBody>
      </p:sp>
      <p:sp>
        <p:nvSpPr>
          <p:cNvPr id="11" name="text-0325">
            <a:extLst xmlns:a="http://schemas.openxmlformats.org/drawingml/2006/main">
              <a:ext uri="{FF2B5EF4-FFF2-40B4-BE49-F238E27FC236}">
                <a16:creationId xmlns:a16="http://schemas.microsoft.com/office/drawing/2014/main" id="{4114E314-9531-4D0F-874E-76FBBC4A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038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「AIに作らせた」ではなく、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誰が・何を・どう確かめるかを設計した。</a:t>
            </a:r>
          </a:p>
        </p:txBody>
      </p:sp>
    </p:spTree>
    <p:extLst>
      <p:ext uri="{BB962C8B-B14F-4D97-AF65-F5344CB8AC3E}">
        <p14:creationId xmlns:p14="http://schemas.microsoft.com/office/powerpoint/2010/main" val="103156900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326">
            <a:extLst xmlns:a="http://schemas.openxmlformats.org/drawingml/2006/main">
              <a:ext uri="{FF2B5EF4-FFF2-40B4-BE49-F238E27FC236}">
                <a16:creationId xmlns:a16="http://schemas.microsoft.com/office/drawing/2014/main" id="{EB94F802-5E63-42A7-866D-F1CC9D95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327">
            <a:extLst xmlns:a="http://schemas.openxmlformats.org/drawingml/2006/main">
              <a:ext uri="{FF2B5EF4-FFF2-40B4-BE49-F238E27FC236}">
                <a16:creationId xmlns:a16="http://schemas.microsoft.com/office/drawing/2014/main" id="{50C60A77-2BC8-4496-AF3B-01516BA7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評価は、ゲームと制作基盤を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別々に測る</a:t>
            </a:r>
          </a:p>
        </p:txBody>
      </p:sp>
      <p:sp>
        <p:nvSpPr>
          <p:cNvPr id="3" name="rule-0328">
            <a:extLst xmlns:a="http://schemas.openxmlformats.org/drawingml/2006/main">
              <a:ext uri="{FF2B5EF4-FFF2-40B4-BE49-F238E27FC236}">
                <a16:creationId xmlns:a16="http://schemas.microsoft.com/office/drawing/2014/main" id="{DCAC89C6-45C1-4B75-B603-90D7183A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329">
            <a:extLst xmlns:a="http://schemas.openxmlformats.org/drawingml/2006/main">
              <a:ext uri="{FF2B5EF4-FFF2-40B4-BE49-F238E27FC236}">
                <a16:creationId xmlns:a16="http://schemas.microsoft.com/office/drawing/2014/main" id="{B2E7BAED-8F01-4795-9A44-AF01879F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330">
            <a:extLst xmlns:a="http://schemas.openxmlformats.org/drawingml/2006/main">
              <a:ext uri="{FF2B5EF4-FFF2-40B4-BE49-F238E27FC236}">
                <a16:creationId xmlns:a16="http://schemas.microsoft.com/office/drawing/2014/main" id="{79B7D2BD-2F42-4301-A293-796AB2D7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19</a:t>
            </a:r>
          </a:p>
        </p:txBody>
      </p:sp>
      <p:sp>
        <p:nvSpPr>
          <p:cNvPr id="6" name="text-0331">
            <a:extLst xmlns:a="http://schemas.openxmlformats.org/drawingml/2006/main">
              <a:ext uri="{FF2B5EF4-FFF2-40B4-BE49-F238E27FC236}">
                <a16:creationId xmlns:a16="http://schemas.microsoft.com/office/drawing/2014/main" id="{82EC2F5E-2A69-49E4-BB91-55E55DA8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ゲーム</a:t>
            </a:r>
          </a:p>
        </p:txBody>
      </p:sp>
      <p:sp>
        <p:nvSpPr>
          <p:cNvPr id="7" name="shape-0332">
            <a:extLst xmlns:a="http://schemas.openxmlformats.org/drawingml/2006/main">
              <a:ext uri="{FF2B5EF4-FFF2-40B4-BE49-F238E27FC236}">
                <a16:creationId xmlns:a16="http://schemas.microsoft.com/office/drawing/2014/main" id="{325F8E7E-2266-4510-8A73-5FDDCBA8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333">
            <a:extLst xmlns:a="http://schemas.openxmlformats.org/drawingml/2006/main">
              <a:ext uri="{FF2B5EF4-FFF2-40B4-BE49-F238E27FC236}">
                <a16:creationId xmlns:a16="http://schemas.microsoft.com/office/drawing/2014/main" id="{B4D0EBDB-999E-4910-AA76-2CDC0698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10秒で目的を説明できるか</a:t>
            </a:r>
          </a:p>
        </p:txBody>
      </p:sp>
      <p:sp>
        <p:nvSpPr>
          <p:cNvPr id="9" name="shape-0334">
            <a:extLst xmlns:a="http://schemas.openxmlformats.org/drawingml/2006/main">
              <a:ext uri="{FF2B5EF4-FFF2-40B4-BE49-F238E27FC236}">
                <a16:creationId xmlns:a16="http://schemas.microsoft.com/office/drawing/2014/main" id="{7FB56693-EC5A-498F-938C-3E588EED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33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335">
            <a:extLst xmlns:a="http://schemas.openxmlformats.org/drawingml/2006/main">
              <a:ext uri="{FF2B5EF4-FFF2-40B4-BE49-F238E27FC236}">
                <a16:creationId xmlns:a16="http://schemas.microsoft.com/office/drawing/2014/main" id="{C5224758-4E13-4360-839C-92399BDF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最初の30秒で衝突が起きるか</a:t>
            </a:r>
          </a:p>
        </p:txBody>
      </p:sp>
      <p:sp>
        <p:nvSpPr>
          <p:cNvPr id="11" name="shape-0336">
            <a:extLst xmlns:a="http://schemas.openxmlformats.org/drawingml/2006/main">
              <a:ext uri="{FF2B5EF4-FFF2-40B4-BE49-F238E27FC236}">
                <a16:creationId xmlns:a16="http://schemas.microsoft.com/office/drawing/2014/main" id="{429AB2F0-A466-4FE4-8D9C-D67B9364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48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337">
            <a:extLst xmlns:a="http://schemas.openxmlformats.org/drawingml/2006/main">
              <a:ext uri="{FF2B5EF4-FFF2-40B4-BE49-F238E27FC236}">
                <a16:creationId xmlns:a16="http://schemas.microsoft.com/office/drawing/2014/main" id="{964B5D14-EF9B-483F-8CAB-3397678D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スキルの違いを言葉にできるか</a:t>
            </a:r>
          </a:p>
        </p:txBody>
      </p:sp>
      <p:sp>
        <p:nvSpPr>
          <p:cNvPr id="13" name="shape-0338">
            <a:extLst xmlns:a="http://schemas.openxmlformats.org/drawingml/2006/main">
              <a:ext uri="{FF2B5EF4-FFF2-40B4-BE49-F238E27FC236}">
                <a16:creationId xmlns:a16="http://schemas.microsoft.com/office/drawing/2014/main" id="{0FB86B18-1476-45F2-9866-0E13FD73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62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339">
            <a:extLst xmlns:a="http://schemas.openxmlformats.org/drawingml/2006/main">
              <a:ext uri="{FF2B5EF4-FFF2-40B4-BE49-F238E27FC236}">
                <a16:creationId xmlns:a16="http://schemas.microsoft.com/office/drawing/2014/main" id="{852243F1-1E05-44F4-9D30-2071B2B6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KOと復帰を納得できるか</a:t>
            </a:r>
          </a:p>
        </p:txBody>
      </p:sp>
      <p:sp>
        <p:nvSpPr>
          <p:cNvPr id="15" name="shape-0340">
            <a:extLst xmlns:a="http://schemas.openxmlformats.org/drawingml/2006/main">
              <a:ext uri="{FF2B5EF4-FFF2-40B4-BE49-F238E27FC236}">
                <a16:creationId xmlns:a16="http://schemas.microsoft.com/office/drawing/2014/main" id="{8152D8E6-C0A5-4425-B8B3-AEB33324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76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341">
            <a:extLst xmlns:a="http://schemas.openxmlformats.org/drawingml/2006/main">
              <a:ext uri="{FF2B5EF4-FFF2-40B4-BE49-F238E27FC236}">
                <a16:creationId xmlns:a16="http://schemas.microsoft.com/office/drawing/2014/main" id="{82CA0C73-E19D-4308-A14A-16B26E44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もう一度遊びたいか</a:t>
            </a:r>
          </a:p>
        </p:txBody>
      </p:sp>
      <p:sp>
        <p:nvSpPr>
          <p:cNvPr id="17" name="rule-0342">
            <a:extLst xmlns:a="http://schemas.openxmlformats.org/drawingml/2006/main">
              <a:ext uri="{FF2B5EF4-FFF2-40B4-BE49-F238E27FC236}">
                <a16:creationId xmlns:a16="http://schemas.microsoft.com/office/drawing/2014/main" id="{CEC6FD41-A541-45AC-8C25-3C35236F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478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343">
            <a:extLst xmlns:a="http://schemas.openxmlformats.org/drawingml/2006/main">
              <a:ext uri="{FF2B5EF4-FFF2-40B4-BE49-F238E27FC236}">
                <a16:creationId xmlns:a16="http://schemas.microsoft.com/office/drawing/2014/main" id="{D0AE2382-6F4F-4CBC-AEA5-D63301D8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AI制作基盤</a:t>
            </a:r>
          </a:p>
        </p:txBody>
      </p:sp>
      <p:sp>
        <p:nvSpPr>
          <p:cNvPr id="19" name="shape-0344">
            <a:extLst xmlns:a="http://schemas.openxmlformats.org/drawingml/2006/main">
              <a:ext uri="{FF2B5EF4-FFF2-40B4-BE49-F238E27FC236}">
                <a16:creationId xmlns:a16="http://schemas.microsoft.com/office/drawing/2014/main" id="{E5212D58-D816-4099-8C99-8531B68E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0345">
            <a:extLst xmlns:a="http://schemas.openxmlformats.org/drawingml/2006/main">
              <a:ext uri="{FF2B5EF4-FFF2-40B4-BE49-F238E27FC236}">
                <a16:creationId xmlns:a16="http://schemas.microsoft.com/office/drawing/2014/main" id="{87FC0B4D-E238-4E31-AF3A-A1CAFFEA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1460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指示からEditor上の結果までの時間</a:t>
            </a:r>
          </a:p>
        </p:txBody>
      </p:sp>
      <p:sp>
        <p:nvSpPr>
          <p:cNvPr id="21" name="shape-0346">
            <a:extLst xmlns:a="http://schemas.openxmlformats.org/drawingml/2006/main">
              <a:ext uri="{FF2B5EF4-FFF2-40B4-BE49-F238E27FC236}">
                <a16:creationId xmlns:a16="http://schemas.microsoft.com/office/drawing/2014/main" id="{BC922606-237A-48BD-99EA-0906A291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33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0347">
            <a:extLst xmlns:a="http://schemas.openxmlformats.org/drawingml/2006/main">
              <a:ext uri="{FF2B5EF4-FFF2-40B4-BE49-F238E27FC236}">
                <a16:creationId xmlns:a16="http://schemas.microsoft.com/office/drawing/2014/main" id="{66C03FEB-42F6-4DD8-B439-B7353DF8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2895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別セッションで再開できるか</a:t>
            </a:r>
          </a:p>
        </p:txBody>
      </p:sp>
      <p:sp>
        <p:nvSpPr>
          <p:cNvPr id="23" name="shape-0348">
            <a:extLst xmlns:a="http://schemas.openxmlformats.org/drawingml/2006/main">
              <a:ext uri="{FF2B5EF4-FFF2-40B4-BE49-F238E27FC236}">
                <a16:creationId xmlns:a16="http://schemas.microsoft.com/office/drawing/2014/main" id="{15432FAB-8775-4852-8B3F-440CDA05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48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0349">
            <a:extLst xmlns:a="http://schemas.openxmlformats.org/drawingml/2006/main">
              <a:ext uri="{FF2B5EF4-FFF2-40B4-BE49-F238E27FC236}">
                <a16:creationId xmlns:a16="http://schemas.microsoft.com/office/drawing/2014/main" id="{DBC69FD2-C2C3-4173-9377-F8800BB8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4330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レビューで何件の問題を拾ったか</a:t>
            </a:r>
          </a:p>
        </p:txBody>
      </p:sp>
      <p:sp>
        <p:nvSpPr>
          <p:cNvPr id="25" name="shape-0350">
            <a:extLst xmlns:a="http://schemas.openxmlformats.org/drawingml/2006/main">
              <a:ext uri="{FF2B5EF4-FFF2-40B4-BE49-F238E27FC236}">
                <a16:creationId xmlns:a16="http://schemas.microsoft.com/office/drawing/2014/main" id="{8BD1D0F4-DAA3-4F27-BE3D-990075F9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62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351">
            <a:extLst xmlns:a="http://schemas.openxmlformats.org/drawingml/2006/main">
              <a:ext uri="{FF2B5EF4-FFF2-40B4-BE49-F238E27FC236}">
                <a16:creationId xmlns:a16="http://schemas.microsoft.com/office/drawing/2014/main" id="{87E158C8-23C3-4D84-B6EB-B2E31011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5765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AI同士の衝突で手戻りした回数</a:t>
            </a:r>
          </a:p>
        </p:txBody>
      </p:sp>
      <p:sp>
        <p:nvSpPr>
          <p:cNvPr id="27" name="shape-0352">
            <a:extLst xmlns:a="http://schemas.openxmlformats.org/drawingml/2006/main">
              <a:ext uri="{FF2B5EF4-FFF2-40B4-BE49-F238E27FC236}">
                <a16:creationId xmlns:a16="http://schemas.microsoft.com/office/drawing/2014/main" id="{D2B5D484-01EF-421E-89A9-A3E73FA8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76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0353">
            <a:extLst xmlns:a="http://schemas.openxmlformats.org/drawingml/2006/main">
              <a:ext uri="{FF2B5EF4-FFF2-40B4-BE49-F238E27FC236}">
                <a16:creationId xmlns:a16="http://schemas.microsoft.com/office/drawing/2014/main" id="{28FEF6A6-B85E-4F49-BB88-966253AA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7200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人が判断した箇所を記録できたか</a:t>
            </a:r>
          </a:p>
        </p:txBody>
      </p:sp>
      <p:sp>
        <p:nvSpPr>
          <p:cNvPr id="29" name="shape-0354">
            <a:extLst xmlns:a="http://schemas.openxmlformats.org/drawingml/2006/main">
              <a:ext uri="{FF2B5EF4-FFF2-40B4-BE49-F238E27FC236}">
                <a16:creationId xmlns:a16="http://schemas.microsoft.com/office/drawing/2014/main" id="{C360B6B8-4B6C-4117-A39E-11E8C427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10496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0355">
            <a:extLst xmlns:a="http://schemas.openxmlformats.org/drawingml/2006/main">
              <a:ext uri="{FF2B5EF4-FFF2-40B4-BE49-F238E27FC236}">
                <a16:creationId xmlns:a16="http://schemas.microsoft.com/office/drawing/2014/main" id="{EC7C7480-1A93-404E-8CB1-5CC88ABA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1003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現時点は評価計画。結果はプレイテストと作業ログ取得後に追記する。</a:t>
            </a:r>
          </a:p>
        </p:txBody>
      </p:sp>
    </p:spTree>
    <p:extLst>
      <p:ext uri="{BB962C8B-B14F-4D97-AF65-F5344CB8AC3E}">
        <p14:creationId xmlns:p14="http://schemas.microsoft.com/office/powerpoint/2010/main" val="8093455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356">
            <a:extLst xmlns:a="http://schemas.openxmlformats.org/drawingml/2006/main">
              <a:ext uri="{FF2B5EF4-FFF2-40B4-BE49-F238E27FC236}">
                <a16:creationId xmlns:a16="http://schemas.microsoft.com/office/drawing/2014/main" id="{6CB3F900-10E4-4838-A3FA-6FFCF11A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357">
            <a:extLst xmlns:a="http://schemas.openxmlformats.org/drawingml/2006/main">
              <a:ext uri="{FF2B5EF4-FFF2-40B4-BE49-F238E27FC236}">
                <a16:creationId xmlns:a16="http://schemas.microsoft.com/office/drawing/2014/main" id="{FD27A96B-D38B-44B9-96D8-C44C39DF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まず二人で一試合を成立させ、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その後に内容を増やす</a:t>
            </a:r>
          </a:p>
        </p:txBody>
      </p:sp>
      <p:sp>
        <p:nvSpPr>
          <p:cNvPr id="3" name="rule-0358">
            <a:extLst xmlns:a="http://schemas.openxmlformats.org/drawingml/2006/main">
              <a:ext uri="{FF2B5EF4-FFF2-40B4-BE49-F238E27FC236}">
                <a16:creationId xmlns:a16="http://schemas.microsoft.com/office/drawing/2014/main" id="{E9C46AB5-2E7E-4F3E-92F2-795A5236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359">
            <a:extLst xmlns:a="http://schemas.openxmlformats.org/drawingml/2006/main">
              <a:ext uri="{FF2B5EF4-FFF2-40B4-BE49-F238E27FC236}">
                <a16:creationId xmlns:a16="http://schemas.microsoft.com/office/drawing/2014/main" id="{636CAEF1-BECA-4121-A48D-EE393151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360">
            <a:extLst xmlns:a="http://schemas.openxmlformats.org/drawingml/2006/main">
              <a:ext uri="{FF2B5EF4-FFF2-40B4-BE49-F238E27FC236}">
                <a16:creationId xmlns:a16="http://schemas.microsoft.com/office/drawing/2014/main" id="{426C64EA-B9ED-4B3D-A54F-BBF80103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20</a:t>
            </a:r>
          </a:p>
        </p:txBody>
      </p:sp>
      <p:sp>
        <p:nvSpPr>
          <p:cNvPr id="6" name="text-0361">
            <a:extLst xmlns:a="http://schemas.openxmlformats.org/drawingml/2006/main">
              <a:ext uri="{FF2B5EF4-FFF2-40B4-BE49-F238E27FC236}">
                <a16:creationId xmlns:a16="http://schemas.microsoft.com/office/drawing/2014/main" id="{DFDB5C21-30E8-471B-A4B4-6E01D51F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7" name="rule-0362">
            <a:extLst xmlns:a="http://schemas.openxmlformats.org/drawingml/2006/main">
              <a:ext uri="{FF2B5EF4-FFF2-40B4-BE49-F238E27FC236}">
                <a16:creationId xmlns:a16="http://schemas.microsoft.com/office/drawing/2014/main" id="{9792C146-B963-4076-AE19-7AC9F7BD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14550"/>
            <a:ext cx="243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363">
            <a:extLst xmlns:a="http://schemas.openxmlformats.org/drawingml/2006/main">
              <a:ext uri="{FF2B5EF4-FFF2-40B4-BE49-F238E27FC236}">
                <a16:creationId xmlns:a16="http://schemas.microsoft.com/office/drawing/2014/main" id="{2229AA2D-3327-44AD-9442-F25666C0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7月</a:t>
            </a:r>
          </a:p>
        </p:txBody>
      </p:sp>
      <p:sp>
        <p:nvSpPr>
          <p:cNvPr id="9" name="text-0364">
            <a:extLst xmlns:a="http://schemas.openxmlformats.org/drawingml/2006/main">
              <a:ext uri="{FF2B5EF4-FFF2-40B4-BE49-F238E27FC236}">
                <a16:creationId xmlns:a16="http://schemas.microsoft.com/office/drawing/2014/main" id="{24670966-2400-4BAC-AA21-D1CED304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Game Viewの画角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Enhanced Input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2人同時操作と1試合の完走</a:t>
            </a:r>
          </a:p>
        </p:txBody>
      </p:sp>
      <p:sp>
        <p:nvSpPr>
          <p:cNvPr id="10" name="text-0365">
            <a:extLst xmlns:a="http://schemas.openxmlformats.org/drawingml/2006/main">
              <a:ext uri="{FF2B5EF4-FFF2-40B4-BE49-F238E27FC236}">
                <a16:creationId xmlns:a16="http://schemas.microsoft.com/office/drawing/2014/main" id="{9B0C830C-E4DB-4046-A9A4-4FA11A50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431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1" name="rule-0366">
            <a:extLst xmlns:a="http://schemas.openxmlformats.org/drawingml/2006/main">
              <a:ext uri="{FF2B5EF4-FFF2-40B4-BE49-F238E27FC236}">
                <a16:creationId xmlns:a16="http://schemas.microsoft.com/office/drawing/2014/main" id="{6330B00D-EB6F-4706-ABD6-819FFD6A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14550"/>
            <a:ext cx="243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367">
            <a:extLst xmlns:a="http://schemas.openxmlformats.org/drawingml/2006/main">
              <a:ext uri="{FF2B5EF4-FFF2-40B4-BE49-F238E27FC236}">
                <a16:creationId xmlns:a16="http://schemas.microsoft.com/office/drawing/2014/main" id="{A15D604D-AA63-4986-B29C-972FCEDA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8月</a:t>
            </a:r>
          </a:p>
        </p:txBody>
      </p:sp>
      <p:sp>
        <p:nvSpPr>
          <p:cNvPr id="13" name="text-0368">
            <a:extLst xmlns:a="http://schemas.openxmlformats.org/drawingml/2006/main">
              <a:ext uri="{FF2B5EF4-FFF2-40B4-BE49-F238E27FC236}">
                <a16:creationId xmlns:a16="http://schemas.microsoft.com/office/drawing/2014/main" id="{E4C111E2-DF1A-48CB-9BA5-4AECDDE0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337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ミニゲーム・スキル・KO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AI工程の時間と手戻りを記録</a:t>
            </a:r>
          </a:p>
        </p:txBody>
      </p:sp>
      <p:sp>
        <p:nvSpPr>
          <p:cNvPr id="14" name="text-0369">
            <a:extLst xmlns:a="http://schemas.openxmlformats.org/drawingml/2006/main">
              <a:ext uri="{FF2B5EF4-FFF2-40B4-BE49-F238E27FC236}">
                <a16:creationId xmlns:a16="http://schemas.microsoft.com/office/drawing/2014/main" id="{1FBC2583-0281-4FE1-BE8D-8AD07D44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431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5" name="rule-0370">
            <a:extLst xmlns:a="http://schemas.openxmlformats.org/drawingml/2006/main">
              <a:ext uri="{FF2B5EF4-FFF2-40B4-BE49-F238E27FC236}">
                <a16:creationId xmlns:a16="http://schemas.microsoft.com/office/drawing/2014/main" id="{1EA89CCE-6C75-41A3-A2F1-7A0645A3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14550"/>
            <a:ext cx="2400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371">
            <a:extLst xmlns:a="http://schemas.openxmlformats.org/drawingml/2006/main">
              <a:ext uri="{FF2B5EF4-FFF2-40B4-BE49-F238E27FC236}">
                <a16:creationId xmlns:a16="http://schemas.microsoft.com/office/drawing/2014/main" id="{1B764AE7-3A74-4ED9-A2EB-755871F3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574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9月</a:t>
            </a:r>
          </a:p>
        </p:txBody>
      </p:sp>
      <p:sp>
        <p:nvSpPr>
          <p:cNvPr id="17" name="text-0372">
            <a:extLst xmlns:a="http://schemas.openxmlformats.org/drawingml/2006/main">
              <a:ext uri="{FF2B5EF4-FFF2-40B4-BE49-F238E27FC236}">
                <a16:creationId xmlns:a16="http://schemas.microsoft.com/office/drawing/2014/main" id="{E009CCDF-49F7-4BEB-B107-4513DF98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33700"/>
            <a:ext cx="310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プレイテストと反復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Windows build / 動画 / 論文</a:t>
            </a:r>
          </a:p>
        </p:txBody>
      </p:sp>
      <p:sp>
        <p:nvSpPr>
          <p:cNvPr id="18" name="shape-0373">
            <a:extLst xmlns:a="http://schemas.openxmlformats.org/drawingml/2006/main">
              <a:ext uri="{FF2B5EF4-FFF2-40B4-BE49-F238E27FC236}">
                <a16:creationId xmlns:a16="http://schemas.microsoft.com/office/drawing/2014/main" id="{D248688C-54F0-4515-B122-E8B5C786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10725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374">
            <a:extLst xmlns:a="http://schemas.openxmlformats.org/drawingml/2006/main">
              <a:ext uri="{FF2B5EF4-FFF2-40B4-BE49-F238E27FC236}">
                <a16:creationId xmlns:a16="http://schemas.microsoft.com/office/drawing/2014/main" id="{7E053893-E4B9-4825-ACF3-C347D8DD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優先順位: 画面に映る → 入力できる → 1試合終わる → 内容を増やす</a:t>
            </a:r>
          </a:p>
        </p:txBody>
      </p:sp>
    </p:spTree>
    <p:extLst>
      <p:ext uri="{BB962C8B-B14F-4D97-AF65-F5344CB8AC3E}">
        <p14:creationId xmlns:p14="http://schemas.microsoft.com/office/powerpoint/2010/main" val="36456760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84CC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0375">
            <a:extLst xmlns:a="http://schemas.openxmlformats.org/drawingml/2006/main">
              <a:ext uri="{FF2B5EF4-FFF2-40B4-BE49-F238E27FC236}">
                <a16:creationId xmlns:a16="http://schemas.microsoft.com/office/drawing/2014/main" id="{0C34C154-3C52-42C0-A92C-D1B2E592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85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8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48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目標は、読める対戦と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48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48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再現できる制作。</a:t>
            </a:r>
          </a:p>
        </p:txBody>
      </p:sp>
      <p:sp>
        <p:nvSpPr>
          <p:cNvPr id="2" name="rule-0376">
            <a:extLst xmlns:a="http://schemas.openxmlformats.org/drawingml/2006/main">
              <a:ext uri="{FF2B5EF4-FFF2-40B4-BE49-F238E27FC236}">
                <a16:creationId xmlns:a16="http://schemas.microsoft.com/office/drawing/2014/main" id="{BE5DB017-746E-4579-84AC-A8CCC501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0377">
            <a:extLst xmlns:a="http://schemas.openxmlformats.org/drawingml/2006/main">
              <a:ext uri="{FF2B5EF4-FFF2-40B4-BE49-F238E27FC236}">
                <a16:creationId xmlns:a16="http://schemas.microsoft.com/office/drawing/2014/main" id="{43857C42-0E4C-4A4B-83F1-9993D5DA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ゲーム</a:t>
            </a:r>
          </a:p>
        </p:txBody>
      </p:sp>
      <p:sp>
        <p:nvSpPr>
          <p:cNvPr id="4" name="text-0378">
            <a:extLst xmlns:a="http://schemas.openxmlformats.org/drawingml/2006/main">
              <a:ext uri="{FF2B5EF4-FFF2-40B4-BE49-F238E27FC236}">
                <a16:creationId xmlns:a16="http://schemas.microsoft.com/office/drawing/2014/main" id="{F4E4A459-D737-4AC0-A3B9-57445A13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共有視点の2.5D、90秒の試合、選択が見えるスキル</a:t>
            </a:r>
          </a:p>
        </p:txBody>
      </p:sp>
      <p:sp>
        <p:nvSpPr>
          <p:cNvPr id="5" name="text-0379">
            <a:extLst xmlns:a="http://schemas.openxmlformats.org/drawingml/2006/main">
              <a:ext uri="{FF2B5EF4-FFF2-40B4-BE49-F238E27FC236}">
                <a16:creationId xmlns:a16="http://schemas.microsoft.com/office/drawing/2014/main" id="{B8949EC1-2406-4AD4-8318-5DD0F0B5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制作方法</a:t>
            </a:r>
          </a:p>
        </p:txBody>
      </p:sp>
      <p:sp>
        <p:nvSpPr>
          <p:cNvPr id="6" name="text-0380">
            <a:extLst xmlns:a="http://schemas.openxmlformats.org/drawingml/2006/main">
              <a:ext uri="{FF2B5EF4-FFF2-40B4-BE49-F238E27FC236}">
                <a16:creationId xmlns:a16="http://schemas.microsoft.com/office/drawing/2014/main" id="{D07A8B6D-28E7-4523-919F-75F85913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複数AI、Editor MCP、API、51 Skill、24 Agent、26 Hook</a:t>
            </a:r>
          </a:p>
        </p:txBody>
      </p:sp>
      <p:sp>
        <p:nvSpPr>
          <p:cNvPr id="7" name="text-0381">
            <a:extLst xmlns:a="http://schemas.openxmlformats.org/drawingml/2006/main">
              <a:ext uri="{FF2B5EF4-FFF2-40B4-BE49-F238E27FC236}">
                <a16:creationId xmlns:a16="http://schemas.microsoft.com/office/drawing/2014/main" id="{1666F65C-5D12-4BF7-8762-91575C9D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評価</a:t>
            </a:r>
          </a:p>
        </p:txBody>
      </p:sp>
      <p:sp>
        <p:nvSpPr>
          <p:cNvPr id="8" name="text-0382">
            <a:extLst xmlns:a="http://schemas.openxmlformats.org/drawingml/2006/main">
              <a:ext uri="{FF2B5EF4-FFF2-40B4-BE49-F238E27FC236}">
                <a16:creationId xmlns:a16="http://schemas.microsoft.com/office/drawing/2014/main" id="{E9C51392-E442-44E4-AC9A-C936BB86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遊びの理解度と、制作工程の再現性を分けて測る</a:t>
            </a:r>
          </a:p>
        </p:txBody>
      </p:sp>
      <p:sp>
        <p:nvSpPr>
          <p:cNvPr id="9" name="text-0383">
            <a:extLst xmlns:a="http://schemas.openxmlformats.org/drawingml/2006/main">
              <a:ext uri="{FF2B5EF4-FFF2-40B4-BE49-F238E27FC236}">
                <a16:creationId xmlns:a16="http://schemas.microsoft.com/office/drawing/2014/main" id="{4F925F77-363E-4EC1-8E2D-2D926D98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2453124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384">
            <a:extLst xmlns:a="http://schemas.openxmlformats.org/drawingml/2006/main">
              <a:ext uri="{FF2B5EF4-FFF2-40B4-BE49-F238E27FC236}">
                <a16:creationId xmlns:a16="http://schemas.microsoft.com/office/drawing/2014/main" id="{E5B9C468-66EC-42AC-8197-09364B72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385">
            <a:extLst xmlns:a="http://schemas.openxmlformats.org/drawingml/2006/main">
              <a:ext uri="{FF2B5EF4-FFF2-40B4-BE49-F238E27FC236}">
                <a16:creationId xmlns:a16="http://schemas.microsoft.com/office/drawing/2014/main" id="{4EB7466E-1C1A-40DA-B329-2116C60E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現在の構成を、数字と実装状況で確認する</a:t>
            </a:r>
          </a:p>
        </p:txBody>
      </p:sp>
      <p:sp>
        <p:nvSpPr>
          <p:cNvPr id="3" name="rule-0386">
            <a:extLst xmlns:a="http://schemas.openxmlformats.org/drawingml/2006/main">
              <a:ext uri="{FF2B5EF4-FFF2-40B4-BE49-F238E27FC236}">
                <a16:creationId xmlns:a16="http://schemas.microsoft.com/office/drawing/2014/main" id="{C99B08CD-A4A8-4806-B881-DEFF1A2F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387">
            <a:extLst xmlns:a="http://schemas.openxmlformats.org/drawingml/2006/main">
              <a:ext uri="{FF2B5EF4-FFF2-40B4-BE49-F238E27FC236}">
                <a16:creationId xmlns:a16="http://schemas.microsoft.com/office/drawing/2014/main" id="{D3456AE5-5585-4FC4-9821-3E4C6AD4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388">
            <a:extLst xmlns:a="http://schemas.openxmlformats.org/drawingml/2006/main">
              <a:ext uri="{FF2B5EF4-FFF2-40B4-BE49-F238E27FC236}">
                <a16:creationId xmlns:a16="http://schemas.microsoft.com/office/drawing/2014/main" id="{D44804DB-6D50-41AB-B52B-B2729C53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22</a:t>
            </a:r>
          </a:p>
        </p:txBody>
      </p:sp>
      <p:sp>
        <p:nvSpPr>
          <p:cNvPr id="6" name="text-0389">
            <a:extLst xmlns:a="http://schemas.openxmlformats.org/drawingml/2006/main">
              <a:ext uri="{FF2B5EF4-FFF2-40B4-BE49-F238E27FC236}">
                <a16:creationId xmlns:a16="http://schemas.microsoft.com/office/drawing/2014/main" id="{68D65D1A-AD76-47D6-A055-A1DE7E8E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51</a:t>
            </a:r>
          </a:p>
        </p:txBody>
      </p:sp>
      <p:sp>
        <p:nvSpPr>
          <p:cNvPr id="7" name="text-0390">
            <a:extLst xmlns:a="http://schemas.openxmlformats.org/drawingml/2006/main">
              <a:ext uri="{FF2B5EF4-FFF2-40B4-BE49-F238E27FC236}">
                <a16:creationId xmlns:a16="http://schemas.microsoft.com/office/drawing/2014/main" id="{AAE464FE-CB07-4E0C-BB96-7229A472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Skill種類</a:t>
            </a:r>
          </a:p>
        </p:txBody>
      </p:sp>
      <p:sp>
        <p:nvSpPr>
          <p:cNvPr id="8" name="text-0391">
            <a:extLst xmlns:a="http://schemas.openxmlformats.org/drawingml/2006/main">
              <a:ext uri="{FF2B5EF4-FFF2-40B4-BE49-F238E27FC236}">
                <a16:creationId xmlns:a16="http://schemas.microsoft.com/office/drawing/2014/main" id="{9FED68F6-74EA-4740-AD84-20D78F81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33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24</a:t>
            </a:r>
          </a:p>
        </p:txBody>
      </p:sp>
      <p:sp>
        <p:nvSpPr>
          <p:cNvPr id="9" name="text-0392">
            <a:extLst xmlns:a="http://schemas.openxmlformats.org/drawingml/2006/main">
              <a:ext uri="{FF2B5EF4-FFF2-40B4-BE49-F238E27FC236}">
                <a16:creationId xmlns:a16="http://schemas.microsoft.com/office/drawing/2014/main" id="{2BF1FB1C-738D-4210-8F25-29CB6129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14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Agent定義</a:t>
            </a:r>
          </a:p>
        </p:txBody>
      </p:sp>
      <p:sp>
        <p:nvSpPr>
          <p:cNvPr id="10" name="text-0393">
            <a:extLst xmlns:a="http://schemas.openxmlformats.org/drawingml/2006/main">
              <a:ext uri="{FF2B5EF4-FFF2-40B4-BE49-F238E27FC236}">
                <a16:creationId xmlns:a16="http://schemas.microsoft.com/office/drawing/2014/main" id="{92C648B8-CC6F-4E33-AFC7-24534BE1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33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26</a:t>
            </a:r>
          </a:p>
        </p:txBody>
      </p:sp>
      <p:sp>
        <p:nvSpPr>
          <p:cNvPr id="11" name="text-0394">
            <a:extLst xmlns:a="http://schemas.openxmlformats.org/drawingml/2006/main">
              <a:ext uri="{FF2B5EF4-FFF2-40B4-BE49-F238E27FC236}">
                <a16:creationId xmlns:a16="http://schemas.microsoft.com/office/drawing/2014/main" id="{568F3497-801B-40C6-85F7-50EA222A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14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Hook種類</a:t>
            </a:r>
          </a:p>
        </p:txBody>
      </p:sp>
      <p:sp>
        <p:nvSpPr>
          <p:cNvPr id="12" name="text-0395">
            <a:extLst xmlns:a="http://schemas.openxmlformats.org/drawingml/2006/main">
              <a:ext uri="{FF2B5EF4-FFF2-40B4-BE49-F238E27FC236}">
                <a16:creationId xmlns:a16="http://schemas.microsoft.com/office/drawing/2014/main" id="{C95E0AE0-6F93-4F11-9E7D-84BA0C1C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33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3" name="text-0396">
            <a:extLst xmlns:a="http://schemas.openxmlformats.org/drawingml/2006/main">
              <a:ext uri="{FF2B5EF4-FFF2-40B4-BE49-F238E27FC236}">
                <a16:creationId xmlns:a16="http://schemas.microsoft.com/office/drawing/2014/main" id="{2BA51EC5-EAA2-4033-A0CE-255277F8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14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Editor MCP</a:t>
            </a:r>
          </a:p>
        </p:txBody>
      </p:sp>
      <p:sp>
        <p:nvSpPr>
          <p:cNvPr id="14" name="text-0397">
            <a:extLst xmlns:a="http://schemas.openxmlformats.org/drawingml/2006/main">
              <a:ext uri="{FF2B5EF4-FFF2-40B4-BE49-F238E27FC236}">
                <a16:creationId xmlns:a16="http://schemas.microsoft.com/office/drawing/2014/main" id="{C41649A2-0A6A-4CA5-952F-557C58D8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33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19</a:t>
            </a:r>
          </a:p>
        </p:txBody>
      </p:sp>
      <p:sp>
        <p:nvSpPr>
          <p:cNvPr id="15" name="text-0398">
            <a:extLst xmlns:a="http://schemas.openxmlformats.org/drawingml/2006/main">
              <a:ext uri="{FF2B5EF4-FFF2-40B4-BE49-F238E27FC236}">
                <a16:creationId xmlns:a16="http://schemas.microsoft.com/office/drawing/2014/main" id="{74F912C9-7034-43D1-9A91-39592D83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14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Meshy MCP tools</a:t>
            </a:r>
          </a:p>
        </p:txBody>
      </p:sp>
      <p:sp>
        <p:nvSpPr>
          <p:cNvPr id="16" name="text-0399">
            <a:extLst xmlns:a="http://schemas.openxmlformats.org/drawingml/2006/main">
              <a:ext uri="{FF2B5EF4-FFF2-40B4-BE49-F238E27FC236}">
                <a16:creationId xmlns:a16="http://schemas.microsoft.com/office/drawing/2014/main" id="{3C048671-DAFC-4515-8F7D-CA778590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33550"/>
            <a:ext cx="1638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151</a:t>
            </a:r>
          </a:p>
        </p:txBody>
      </p:sp>
      <p:sp>
        <p:nvSpPr>
          <p:cNvPr id="17" name="text-0400">
            <a:extLst xmlns:a="http://schemas.openxmlformats.org/drawingml/2006/main">
              <a:ext uri="{FF2B5EF4-FFF2-40B4-BE49-F238E27FC236}">
                <a16:creationId xmlns:a16="http://schemas.microsoft.com/office/drawing/2014/main" id="{0897F25C-787E-451D-9BD9-1AC9CC44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146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Bridge行数</a:t>
            </a:r>
          </a:p>
        </p:txBody>
      </p:sp>
      <p:sp>
        <p:nvSpPr>
          <p:cNvPr id="18" name="rule-0401">
            <a:extLst xmlns:a="http://schemas.openxmlformats.org/drawingml/2006/main">
              <a:ext uri="{FF2B5EF4-FFF2-40B4-BE49-F238E27FC236}">
                <a16:creationId xmlns:a16="http://schemas.microsoft.com/office/drawing/2014/main" id="{EBEBCE0F-6C23-4C44-A635-D20A5437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402">
            <a:extLst xmlns:a="http://schemas.openxmlformats.org/drawingml/2006/main">
              <a:ext uri="{FF2B5EF4-FFF2-40B4-BE49-F238E27FC236}">
                <a16:creationId xmlns:a16="http://schemas.microsoft.com/office/drawing/2014/main" id="{47BD549F-EA2A-40A3-BFD8-BF54DF34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Unreal移行の現状</a:t>
            </a:r>
          </a:p>
        </p:txBody>
      </p:sp>
      <p:sp>
        <p:nvSpPr>
          <p:cNvPr id="20" name="shape-0403">
            <a:extLst xmlns:a="http://schemas.openxmlformats.org/drawingml/2006/main">
              <a:ext uri="{FF2B5EF4-FFF2-40B4-BE49-F238E27FC236}">
                <a16:creationId xmlns:a16="http://schemas.microsoft.com/office/drawing/2014/main" id="{04A04844-5633-4B02-84ED-DE27BDBD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0404">
            <a:extLst xmlns:a="http://schemas.openxmlformats.org/drawingml/2006/main">
              <a:ext uri="{FF2B5EF4-FFF2-40B4-BE49-F238E27FC236}">
                <a16:creationId xmlns:a16="http://schemas.microsoft.com/office/drawing/2014/main" id="{E1EA4A74-3F93-4B8A-9A55-051D332F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Eggybot FBX移植 / X-Z移動 / Jump / Dash / Knockback</a:t>
            </a:r>
          </a:p>
        </p:txBody>
      </p:sp>
      <p:sp>
        <p:nvSpPr>
          <p:cNvPr id="22" name="shape-0405">
            <a:extLst xmlns:a="http://schemas.openxmlformats.org/drawingml/2006/main">
              <a:ext uri="{FF2B5EF4-FFF2-40B4-BE49-F238E27FC236}">
                <a16:creationId xmlns:a16="http://schemas.microsoft.com/office/drawing/2014/main" id="{BFFF1A4D-CF25-4F6B-BAD9-E66F65EF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406">
            <a:extLst xmlns:a="http://schemas.openxmlformats.org/drawingml/2006/main">
              <a:ext uri="{FF2B5EF4-FFF2-40B4-BE49-F238E27FC236}">
                <a16:creationId xmlns:a16="http://schemas.microsoft.com/office/drawing/2014/main" id="{A1F08BE8-FD10-44A9-90E1-493C4D2F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専用アリーナ / 共有カメラ / MCP接続</a:t>
            </a:r>
          </a:p>
        </p:txBody>
      </p:sp>
      <p:sp>
        <p:nvSpPr>
          <p:cNvPr id="24" name="shape-0407">
            <a:extLst xmlns:a="http://schemas.openxmlformats.org/drawingml/2006/main">
              <a:ext uri="{FF2B5EF4-FFF2-40B4-BE49-F238E27FC236}">
                <a16:creationId xmlns:a16="http://schemas.microsoft.com/office/drawing/2014/main" id="{E6A516FD-CEBF-4532-BCD5-A909C3FF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0408">
            <a:extLst xmlns:a="http://schemas.openxmlformats.org/drawingml/2006/main">
              <a:ext uri="{FF2B5EF4-FFF2-40B4-BE49-F238E27FC236}">
                <a16:creationId xmlns:a16="http://schemas.microsoft.com/office/drawing/2014/main" id="{CC517BAF-FFF5-420B-AA37-0F1783D3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未完: 実画角 / Enhanced Input / 2人対戦 / 完走</a:t>
            </a:r>
          </a:p>
        </p:txBody>
      </p:sp>
      <p:sp>
        <p:nvSpPr>
          <p:cNvPr id="26" name="text-0409">
            <a:extLst xmlns:a="http://schemas.openxmlformats.org/drawingml/2006/main">
              <a:ext uri="{FF2B5EF4-FFF2-40B4-BE49-F238E27FC236}">
                <a16:creationId xmlns:a16="http://schemas.microsoft.com/office/drawing/2014/main" id="{BE1B3917-B480-4DB4-9607-2E6FE041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主な根拠ファイル</a:t>
            </a:r>
          </a:p>
        </p:txBody>
      </p:sp>
      <p:sp>
        <p:nvSpPr>
          <p:cNvPr id="27" name="text-0410">
            <a:extLst xmlns:a="http://schemas.openxmlformats.org/drawingml/2006/main">
              <a:ext uri="{FF2B5EF4-FFF2-40B4-BE49-F238E27FC236}">
                <a16:creationId xmlns:a16="http://schemas.microsoft.com/office/drawing/2014/main" id="{4EA47D6D-88D5-4902-B6CC-69B10F88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05250"/>
            <a:ext cx="476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AGENTS.md / CLAUDE.md / RULES.md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.claude/settings.json / .claude/agents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.agents/skills / .codex/hooks / .claude/hooks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7191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7191B"/>
                </a:solidFill>
                <a:latin typeface="Consolas"/>
                <a:ea typeface="Consolas"/>
                <a:cs typeface="Consolas"/>
              </a:rPr>
              <a:t>Unreal/.../.mcp.json / ChaosDraftPartyUE.uproject</a:t>
            </a:r>
          </a:p>
        </p:txBody>
      </p:sp>
      <p:sp>
        <p:nvSpPr>
          <p:cNvPr id="28" name="text-0411">
            <a:extLst xmlns:a="http://schemas.openxmlformats.org/drawingml/2006/main">
              <a:ext uri="{FF2B5EF4-FFF2-40B4-BE49-F238E27FC236}">
                <a16:creationId xmlns:a16="http://schemas.microsoft.com/office/drawing/2014/main" id="{B2456A88-7FB0-4216-8F95-B920E201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72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実測日: 2026-07-14。Skillは重複を除いた種類数、HookはCodex/Claude間の重複を除いた種類数。</a:t>
            </a:r>
          </a:p>
        </p:txBody>
      </p:sp>
    </p:spTree>
    <p:extLst>
      <p:ext uri="{BB962C8B-B14F-4D97-AF65-F5344CB8AC3E}">
        <p14:creationId xmlns:p14="http://schemas.microsoft.com/office/powerpoint/2010/main" val="17988141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2026-07-13T19:35:47.0970000Z</dcterms:created>
  <dcterms:modified xsi:type="dcterms:W3CDTF">2026-07-13T19:35:47.0970000Z</dcterms:modified>
</coreProperties>
</file>