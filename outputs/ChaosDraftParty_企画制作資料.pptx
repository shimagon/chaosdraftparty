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aa0f9fb42d4328" /><Relationship Type="http://schemas.openxmlformats.org/officeDocument/2006/relationships/extended-properties" Target="/docProps/app.xml" Id="R12c4b505adc6486f" /><Relationship Type="http://schemas.openxmlformats.org/officeDocument/2006/relationships/officeDocument" Target="/ppt/presentation.xml" Id="R2907f31e87614e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62a1529baf4c29"/>
  </p:sldMasterIdLst>
  <p:notesMasterIdLst>
    <p:notesMasterId xmlns:r="http://schemas.openxmlformats.org/officeDocument/2006/relationships" r:id="R5cb106c7c032471e"/>
  </p:notesMasterIdLst>
  <p:sldIdLst>
    <p:sldId xmlns:r="http://schemas.openxmlformats.org/officeDocument/2006/relationships" id="256" r:id="Re6bc8c9012924f08"/>
    <p:sldId xmlns:r="http://schemas.openxmlformats.org/officeDocument/2006/relationships" id="257" r:id="Rfcb88e955a444cf7"/>
    <p:sldId xmlns:r="http://schemas.openxmlformats.org/officeDocument/2006/relationships" id="258" r:id="R02e22423489b40a0"/>
    <p:sldId xmlns:r="http://schemas.openxmlformats.org/officeDocument/2006/relationships" id="259" r:id="R7524c487fb3743e7"/>
    <p:sldId xmlns:r="http://schemas.openxmlformats.org/officeDocument/2006/relationships" id="260" r:id="R9e3bed88fbc84fda"/>
    <p:sldId xmlns:r="http://schemas.openxmlformats.org/officeDocument/2006/relationships" id="261" r:id="R3c11519c91a44df2"/>
    <p:sldId xmlns:r="http://schemas.openxmlformats.org/officeDocument/2006/relationships" id="262" r:id="Rd6268b4987d3451c"/>
    <p:sldId xmlns:r="http://schemas.openxmlformats.org/officeDocument/2006/relationships" id="263" r:id="R6db9dcad7c4f42bd"/>
    <p:sldId xmlns:r="http://schemas.openxmlformats.org/officeDocument/2006/relationships" id="264" r:id="R6cfd805f201646b4"/>
    <p:sldId xmlns:r="http://schemas.openxmlformats.org/officeDocument/2006/relationships" id="265" r:id="R8ea747711d784a53"/>
    <p:sldId xmlns:r="http://schemas.openxmlformats.org/officeDocument/2006/relationships" id="266" r:id="Re0f93daecf6e482f"/>
    <p:sldId xmlns:r="http://schemas.openxmlformats.org/officeDocument/2006/relationships" id="267" r:id="Rbf8ef8a385254329"/>
    <p:sldId xmlns:r="http://schemas.openxmlformats.org/officeDocument/2006/relationships" id="268" r:id="R3de9bbdce3064841"/>
    <p:sldId xmlns:r="http://schemas.openxmlformats.org/officeDocument/2006/relationships" id="269" r:id="Ra1353c9f976d4651"/>
    <p:sldId xmlns:r="http://schemas.openxmlformats.org/officeDocument/2006/relationships" id="270" r:id="R0bb4cf80c64c4e99"/>
    <p:sldId xmlns:r="http://schemas.openxmlformats.org/officeDocument/2006/relationships" id="271" r:id="Ree340c3e4ba54614"/>
    <p:sldId xmlns:r="http://schemas.openxmlformats.org/officeDocument/2006/relationships" id="272" r:id="R76306201468e4932"/>
    <p:sldId xmlns:r="http://schemas.openxmlformats.org/officeDocument/2006/relationships" id="273" r:id="Rd63793ba7aec4529"/>
    <p:sldId xmlns:r="http://schemas.openxmlformats.org/officeDocument/2006/relationships" id="274" r:id="Rd040239fe7e34256"/>
    <p:sldId xmlns:r="http://schemas.openxmlformats.org/officeDocument/2006/relationships" id="275" r:id="R6540f67a433f41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8a737ea93441f2" /><Relationship Type="http://schemas.openxmlformats.org/officeDocument/2006/relationships/slideMaster" Target="/ppt/slideMasters/slideMaster1.xml" Id="R0462a1529baf4c29" /><Relationship Type="http://schemas.openxmlformats.org/officeDocument/2006/relationships/notesMaster" Target="/ppt/notesMasters/notesMaster1.xml" Id="R5cb106c7c032471e" /><Relationship Type="http://schemas.openxmlformats.org/officeDocument/2006/relationships/presProps" Target="/ppt/presProps.xml" Id="R45784392fa9d4b90" /><Relationship Type="http://schemas.openxmlformats.org/officeDocument/2006/relationships/tableStyles" Target="/ppt/tableStyles.xml" Id="Rccb1e6d2175545e7" /><Relationship Type="http://schemas.openxmlformats.org/officeDocument/2006/relationships/slide" Target="/ppt/slides/slide1.xml" Id="Re6bc8c9012924f08" /><Relationship Type="http://schemas.openxmlformats.org/officeDocument/2006/relationships/slide" Target="/ppt/slides/slide2.xml" Id="Rfcb88e955a444cf7" /><Relationship Type="http://schemas.openxmlformats.org/officeDocument/2006/relationships/slide" Target="/ppt/slides/slide3.xml" Id="R02e22423489b40a0" /><Relationship Type="http://schemas.openxmlformats.org/officeDocument/2006/relationships/slide" Target="/ppt/slides/slide4.xml" Id="R7524c487fb3743e7" /><Relationship Type="http://schemas.openxmlformats.org/officeDocument/2006/relationships/slide" Target="/ppt/slides/slide5.xml" Id="R9e3bed88fbc84fda" /><Relationship Type="http://schemas.openxmlformats.org/officeDocument/2006/relationships/slide" Target="/ppt/slides/slide6.xml" Id="R3c11519c91a44df2" /><Relationship Type="http://schemas.openxmlformats.org/officeDocument/2006/relationships/slide" Target="/ppt/slides/slide7.xml" Id="Rd6268b4987d3451c" /><Relationship Type="http://schemas.openxmlformats.org/officeDocument/2006/relationships/slide" Target="/ppt/slides/slide8.xml" Id="R6db9dcad7c4f42bd" /><Relationship Type="http://schemas.openxmlformats.org/officeDocument/2006/relationships/slide" Target="/ppt/slides/slide9.xml" Id="R6cfd805f201646b4" /><Relationship Type="http://schemas.openxmlformats.org/officeDocument/2006/relationships/slide" Target="/ppt/slides/slide10.xml" Id="R8ea747711d784a53" /><Relationship Type="http://schemas.openxmlformats.org/officeDocument/2006/relationships/slide" Target="/ppt/slides/slide11.xml" Id="Re0f93daecf6e482f" /><Relationship Type="http://schemas.openxmlformats.org/officeDocument/2006/relationships/slide" Target="/ppt/slides/slide12.xml" Id="Rbf8ef8a385254329" /><Relationship Type="http://schemas.openxmlformats.org/officeDocument/2006/relationships/slide" Target="/ppt/slides/slide13.xml" Id="R3de9bbdce3064841" /><Relationship Type="http://schemas.openxmlformats.org/officeDocument/2006/relationships/slide" Target="/ppt/slides/slide14.xml" Id="Ra1353c9f976d4651" /><Relationship Type="http://schemas.openxmlformats.org/officeDocument/2006/relationships/slide" Target="/ppt/slides/slide15.xml" Id="R0bb4cf80c64c4e99" /><Relationship Type="http://schemas.openxmlformats.org/officeDocument/2006/relationships/slide" Target="/ppt/slides/slide16.xml" Id="Ree340c3e4ba54614" /><Relationship Type="http://schemas.openxmlformats.org/officeDocument/2006/relationships/slide" Target="/ppt/slides/slide17.xml" Id="R76306201468e4932" /><Relationship Type="http://schemas.openxmlformats.org/officeDocument/2006/relationships/slide" Target="/ppt/slides/slide18.xml" Id="Rd63793ba7aec4529" /><Relationship Type="http://schemas.openxmlformats.org/officeDocument/2006/relationships/slide" Target="/ppt/slides/slide19.xml" Id="Rd040239fe7e34256" /><Relationship Type="http://schemas.openxmlformats.org/officeDocument/2006/relationships/slide" Target="/ppt/slides/slide20.xml" Id="R6540f67a433f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6ffb81959c4d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82eb48d7ff4385" /><Relationship Type="http://schemas.openxmlformats.org/officeDocument/2006/relationships/notesMaster" Target="/ppt/notesMasters/notesMaster1.xml" Id="Ra29086bb8e984c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84c670735c41a7" /><Relationship Type="http://schemas.openxmlformats.org/officeDocument/2006/relationships/notesMaster" Target="/ppt/notesMasters/notesMaster1.xml" Id="R54fdad599b5e49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5e627573644071" /><Relationship Type="http://schemas.openxmlformats.org/officeDocument/2006/relationships/notesMaster" Target="/ppt/notesMasters/notesMaster1.xml" Id="R56432f45372e40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7e7aa4d79c45ee" /><Relationship Type="http://schemas.openxmlformats.org/officeDocument/2006/relationships/notesMaster" Target="/ppt/notesMasters/notesMaster1.xml" Id="Re995a0f8a58a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062d513a4a4c76" /><Relationship Type="http://schemas.openxmlformats.org/officeDocument/2006/relationships/notesMaster" Target="/ppt/notesMasters/notesMaster1.xml" Id="R3c8729fc06234c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e9dc3a05d54ed5" /><Relationship Type="http://schemas.openxmlformats.org/officeDocument/2006/relationships/notesMaster" Target="/ppt/notesMasters/notesMaster1.xml" Id="Redaa5f1b1ec949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adac939c6d4184" /><Relationship Type="http://schemas.openxmlformats.org/officeDocument/2006/relationships/notesMaster" Target="/ppt/notesMasters/notesMaster1.xml" Id="Re00eccd4c3b043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6bce1bf1d04617" /><Relationship Type="http://schemas.openxmlformats.org/officeDocument/2006/relationships/notesMaster" Target="/ppt/notesMasters/notesMaster1.xml" Id="Ree2422c104af46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4418f9bf5f4c90" /><Relationship Type="http://schemas.openxmlformats.org/officeDocument/2006/relationships/notesMaster" Target="/ppt/notesMasters/notesMaster1.xml" Id="Rc114e1c73e1e4b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fef5dd45f54b96" /><Relationship Type="http://schemas.openxmlformats.org/officeDocument/2006/relationships/notesMaster" Target="/ppt/notesMasters/notesMaster1.xml" Id="Rdea50ec8134446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fb5446acd543ba" /><Relationship Type="http://schemas.openxmlformats.org/officeDocument/2006/relationships/notesMaster" Target="/ppt/notesMasters/notesMaster1.xml" Id="R0075fdff82a64a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714aec21d24c7f" /><Relationship Type="http://schemas.openxmlformats.org/officeDocument/2006/relationships/notesMaster" Target="/ppt/notesMasters/notesMaster1.xml" Id="R6a0551b0d14341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a9173de4464569" /><Relationship Type="http://schemas.openxmlformats.org/officeDocument/2006/relationships/notesMaster" Target="/ppt/notesMasters/notesMaster1.xml" Id="R11a437622a4f49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ab2e15ead84266" /><Relationship Type="http://schemas.openxmlformats.org/officeDocument/2006/relationships/notesMaster" Target="/ppt/notesMasters/notesMaster1.xml" Id="R61ecc8ecc2d549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502f8f16744240" /><Relationship Type="http://schemas.openxmlformats.org/officeDocument/2006/relationships/notesMaster" Target="/ppt/notesMasters/notesMaster1.xml" Id="R6cd42a4e89d14c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e3848a4de84268" /><Relationship Type="http://schemas.openxmlformats.org/officeDocument/2006/relationships/notesMaster" Target="/ppt/notesMasters/notesMaster1.xml" Id="R056971213bc24a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447c3ade1f4e80" /><Relationship Type="http://schemas.openxmlformats.org/officeDocument/2006/relationships/notesMaster" Target="/ppt/notesMasters/notesMaster1.xml" Id="R8ffd22f823534e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ad2a0b6cc34e49" /><Relationship Type="http://schemas.openxmlformats.org/officeDocument/2006/relationships/notesMaster" Target="/ppt/notesMasters/notesMaster1.xml" Id="R2ab4f5817bda46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d374e26f754cc1" /><Relationship Type="http://schemas.openxmlformats.org/officeDocument/2006/relationships/notesMaster" Target="/ppt/notesMasters/notesMaster1.xml" Id="Ra4a9700ca9084ca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afa8690a074df7" /><Relationship Type="http://schemas.openxmlformats.org/officeDocument/2006/relationships/notesMaster" Target="/ppt/notesMasters/notesMaster1.xml" Id="R6c16d78ca34346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11233e3d047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12c674d7664ae9" /><Relationship Type="http://schemas.openxmlformats.org/officeDocument/2006/relationships/slideLayout" Target="/ppt/slideLayouts/slideLayout1.xml" Id="R2f97a920bd68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97a920bd68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83f2f5bf9439f" /><Relationship Type="http://schemas.openxmlformats.org/officeDocument/2006/relationships/image" Target="/ppt/media/image.png" Id="Raa004d07c28142d8" /><Relationship Type="http://schemas.openxmlformats.org/officeDocument/2006/relationships/notesSlide" Target="/ppt/notesSlides/notesSlide1.xml" Id="R0a0e42f1775845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c3250c33049dd" /><Relationship Type="http://schemas.openxmlformats.org/officeDocument/2006/relationships/image" Target="/ppt/media/image2.png" Id="Re08a6995fe3e4075" /><Relationship Type="http://schemas.openxmlformats.org/officeDocument/2006/relationships/image" Target="/ppt/media/image.svg" Id="R8b888ff2ca4b4b39" /><Relationship Type="http://schemas.openxmlformats.org/officeDocument/2006/relationships/image" Target="/ppt/media/image3.png" Id="Rcf5c92ea528f455f" /><Relationship Type="http://schemas.openxmlformats.org/officeDocument/2006/relationships/image" Target="/ppt/media/image2.svg" Id="R498f3c5c26e44868" /><Relationship Type="http://schemas.openxmlformats.org/officeDocument/2006/relationships/image" Target="/ppt/media/image4.png" Id="R6943340051104671" /><Relationship Type="http://schemas.openxmlformats.org/officeDocument/2006/relationships/image" Target="/ppt/media/image3.svg" Id="Ra25aa25e2b4a42f3" /><Relationship Type="http://schemas.openxmlformats.org/officeDocument/2006/relationships/notesSlide" Target="/ppt/notesSlides/notesSlide2.xml" Id="R0ecf98f24219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8ca805f3b410e" /><Relationship Type="http://schemas.openxmlformats.org/officeDocument/2006/relationships/image" Target="/ppt/media/image5.png" Id="R76557cb5e4e745c8" /><Relationship Type="http://schemas.openxmlformats.org/officeDocument/2006/relationships/notesSlide" Target="/ppt/notesSlides/notesSlide3.xml" Id="R3b16b798af0444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acde8a29d4cf7" /><Relationship Type="http://schemas.openxmlformats.org/officeDocument/2006/relationships/notesSlide" Target="/ppt/notesSlides/notesSlide4.xml" Id="R0d12bb46a4764e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7362b401446ba" /><Relationship Type="http://schemas.openxmlformats.org/officeDocument/2006/relationships/image" Target="/ppt/media/image6.png" Id="R39d110457c9142bf" /><Relationship Type="http://schemas.openxmlformats.org/officeDocument/2006/relationships/image" Target="/ppt/media/image4.svg" Id="Rfc91903cc42b489c" /><Relationship Type="http://schemas.openxmlformats.org/officeDocument/2006/relationships/image" Target="/ppt/media/image7.png" Id="R72502b92ef994934" /><Relationship Type="http://schemas.openxmlformats.org/officeDocument/2006/relationships/image" Target="/ppt/media/image5.svg" Id="R7c8d32add3674fb8" /><Relationship Type="http://schemas.openxmlformats.org/officeDocument/2006/relationships/image" Target="/ppt/media/image8.png" Id="R02e3ff8dab1946a9" /><Relationship Type="http://schemas.openxmlformats.org/officeDocument/2006/relationships/image" Target="/ppt/media/image6.svg" Id="R682bce8b09e743c6" /><Relationship Type="http://schemas.openxmlformats.org/officeDocument/2006/relationships/notesSlide" Target="/ppt/notesSlides/notesSlide5.xml" Id="R73f7d64a2e09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0e1a33690483b" /><Relationship Type="http://schemas.openxmlformats.org/officeDocument/2006/relationships/image" Target="/ppt/media/image9.png" Id="R197c928cc08d4569" /><Relationship Type="http://schemas.openxmlformats.org/officeDocument/2006/relationships/image" Target="/ppt/media/image10.png" Id="Re3660538035d4edd" /><Relationship Type="http://schemas.openxmlformats.org/officeDocument/2006/relationships/image" Target="/ppt/media/image7.svg" Id="R0ae5f817b982415a" /><Relationship Type="http://schemas.openxmlformats.org/officeDocument/2006/relationships/image" Target="/ppt/media/image11.png" Id="R81df19758ff747e1" /><Relationship Type="http://schemas.openxmlformats.org/officeDocument/2006/relationships/image" Target="/ppt/media/image8.svg" Id="R7f6abc8c9e3c49d9" /><Relationship Type="http://schemas.openxmlformats.org/officeDocument/2006/relationships/image" Target="/ppt/media/image12.png" Id="Rbd98e1937fe54a5c" /><Relationship Type="http://schemas.openxmlformats.org/officeDocument/2006/relationships/image" Target="/ppt/media/image9.svg" Id="Rdd7e6daf654a48f5" /><Relationship Type="http://schemas.openxmlformats.org/officeDocument/2006/relationships/notesSlide" Target="/ppt/notesSlides/notesSlide6.xml" Id="R0159a70ac28a44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cd0ae94984d4c" /><Relationship Type="http://schemas.openxmlformats.org/officeDocument/2006/relationships/notesSlide" Target="/ppt/notesSlides/notesSlide7.xml" Id="R0b5c7a23ef984d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93eae97f494b" /><Relationship Type="http://schemas.openxmlformats.org/officeDocument/2006/relationships/image" Target="/ppt/media/image13.png" Id="Rc088ef2f5b3f4be4" /><Relationship Type="http://schemas.openxmlformats.org/officeDocument/2006/relationships/image" Target="/ppt/media/image10.svg" Id="R2ec10c2b68dc41cc" /><Relationship Type="http://schemas.openxmlformats.org/officeDocument/2006/relationships/image" Target="/ppt/media/image14.png" Id="Rccaa7b34139d4e32" /><Relationship Type="http://schemas.openxmlformats.org/officeDocument/2006/relationships/image" Target="/ppt/media/image11.svg" Id="Ra6eb687699a44e16" /><Relationship Type="http://schemas.openxmlformats.org/officeDocument/2006/relationships/image" Target="/ppt/media/image15.png" Id="R466a12252b4441ad" /><Relationship Type="http://schemas.openxmlformats.org/officeDocument/2006/relationships/image" Target="/ppt/media/image12.svg" Id="R6af3ec67a4c041be" /><Relationship Type="http://schemas.openxmlformats.org/officeDocument/2006/relationships/image" Target="/ppt/media/image16.png" Id="R53f1641612204a08" /><Relationship Type="http://schemas.openxmlformats.org/officeDocument/2006/relationships/image" Target="/ppt/media/image13.svg" Id="R46e3f5e5771e4389" /><Relationship Type="http://schemas.openxmlformats.org/officeDocument/2006/relationships/image" Target="/ppt/media/image17.png" Id="Rfe8ccc7ff84a4026" /><Relationship Type="http://schemas.openxmlformats.org/officeDocument/2006/relationships/image" Target="/ppt/media/image14.svg" Id="R3d5fefb498d64623" /><Relationship Type="http://schemas.openxmlformats.org/officeDocument/2006/relationships/image" Target="/ppt/media/image18.png" Id="R2034164d69b74cf6" /><Relationship Type="http://schemas.openxmlformats.org/officeDocument/2006/relationships/image" Target="/ppt/media/image15.svg" Id="Rdbe744299a1c458b" /><Relationship Type="http://schemas.openxmlformats.org/officeDocument/2006/relationships/image" Target="/ppt/media/image19.png" Id="R0ee848aad2be42bf" /><Relationship Type="http://schemas.openxmlformats.org/officeDocument/2006/relationships/image" Target="/ppt/media/image16.svg" Id="R825fb4619ccd4571" /><Relationship Type="http://schemas.openxmlformats.org/officeDocument/2006/relationships/image" Target="/ppt/media/image20.png" Id="Rade60de1eabe4bd3" /><Relationship Type="http://schemas.openxmlformats.org/officeDocument/2006/relationships/image" Target="/ppt/media/image17.svg" Id="R854c93137999457f" /><Relationship Type="http://schemas.openxmlformats.org/officeDocument/2006/relationships/image" Target="/ppt/media/image21.png" Id="R71bca2d8da4c487b" /><Relationship Type="http://schemas.openxmlformats.org/officeDocument/2006/relationships/image" Target="/ppt/media/image18.svg" Id="R5be3d5c7690140cf" /><Relationship Type="http://schemas.openxmlformats.org/officeDocument/2006/relationships/notesSlide" Target="/ppt/notesSlides/notesSlide8.xml" Id="Re131191c76934e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db3446d8c4cab" /><Relationship Type="http://schemas.openxmlformats.org/officeDocument/2006/relationships/notesSlide" Target="/ppt/notesSlides/notesSlide9.xml" Id="R966eb6ae0ca34d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af0711af847c8" /><Relationship Type="http://schemas.openxmlformats.org/officeDocument/2006/relationships/image" Target="/ppt/media/image22.png" Id="R90f3306c621d4198" /><Relationship Type="http://schemas.openxmlformats.org/officeDocument/2006/relationships/image" Target="/ppt/media/image19.svg" Id="R583ca90c63bd49e3" /><Relationship Type="http://schemas.openxmlformats.org/officeDocument/2006/relationships/image" Target="/ppt/media/image23.png" Id="R34554e3dfefc451b" /><Relationship Type="http://schemas.openxmlformats.org/officeDocument/2006/relationships/image" Target="/ppt/media/image20.svg" Id="R8e82a027a1024f8c" /><Relationship Type="http://schemas.openxmlformats.org/officeDocument/2006/relationships/image" Target="/ppt/media/image24.png" Id="Rcc6c0628a6bb489d" /><Relationship Type="http://schemas.openxmlformats.org/officeDocument/2006/relationships/image" Target="/ppt/media/image21.svg" Id="Rdb8d0806aaa840bc" /><Relationship Type="http://schemas.openxmlformats.org/officeDocument/2006/relationships/notesSlide" Target="/ppt/notesSlides/notesSlide10.xml" Id="R35b89ad189a34b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ebaeddee44b9" /><Relationship Type="http://schemas.openxmlformats.org/officeDocument/2006/relationships/image" Target="/ppt/media/image25.png" Id="R2a9d6a45c1bc4a55" /><Relationship Type="http://schemas.openxmlformats.org/officeDocument/2006/relationships/notesSlide" Target="/ppt/notesSlides/notesSlide11.xml" Id="R4c63984879a641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1209cb2b049bc" /><Relationship Type="http://schemas.openxmlformats.org/officeDocument/2006/relationships/image" Target="/ppt/media/image26.png" Id="Ra666a78aee144c5f" /><Relationship Type="http://schemas.openxmlformats.org/officeDocument/2006/relationships/notesSlide" Target="/ppt/notesSlides/notesSlide12.xml" Id="Ree834adda39241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f2af09f7240d0" /><Relationship Type="http://schemas.openxmlformats.org/officeDocument/2006/relationships/image" Target="/ppt/media/image27.png" Id="R7c0a2bfc7daf40b3" /><Relationship Type="http://schemas.openxmlformats.org/officeDocument/2006/relationships/image" Target="/ppt/media/image22.svg" Id="R23f08042861248f0" /><Relationship Type="http://schemas.openxmlformats.org/officeDocument/2006/relationships/image" Target="/ppt/media/image28.png" Id="Rb369ce60b4f64a61" /><Relationship Type="http://schemas.openxmlformats.org/officeDocument/2006/relationships/image" Target="/ppt/media/image23.svg" Id="R6c9bd97b3e114a85" /><Relationship Type="http://schemas.openxmlformats.org/officeDocument/2006/relationships/image" Target="/ppt/media/image29.png" Id="R26752e29a91146c4" /><Relationship Type="http://schemas.openxmlformats.org/officeDocument/2006/relationships/image" Target="/ppt/media/image24.svg" Id="R2d4db86092fc4cd3" /><Relationship Type="http://schemas.openxmlformats.org/officeDocument/2006/relationships/image" Target="/ppt/media/image30.png" Id="R8190662a8b994f9d" /><Relationship Type="http://schemas.openxmlformats.org/officeDocument/2006/relationships/image" Target="/ppt/media/image25.svg" Id="R75af00ed95d94984" /><Relationship Type="http://schemas.openxmlformats.org/officeDocument/2006/relationships/image" Target="/ppt/media/image31.png" Id="R93a8601b80a84ad5" /><Relationship Type="http://schemas.openxmlformats.org/officeDocument/2006/relationships/image" Target="/ppt/media/image26.svg" Id="Re251def2c7794b10" /><Relationship Type="http://schemas.openxmlformats.org/officeDocument/2006/relationships/image" Target="/ppt/media/image32.png" Id="R3572286f868842f2" /><Relationship Type="http://schemas.openxmlformats.org/officeDocument/2006/relationships/image" Target="/ppt/media/image27.svg" Id="R588cc4d3a4f54a94" /><Relationship Type="http://schemas.openxmlformats.org/officeDocument/2006/relationships/image" Target="/ppt/media/image33.png" Id="R7baa632b3a194e07" /><Relationship Type="http://schemas.openxmlformats.org/officeDocument/2006/relationships/image" Target="/ppt/media/image28.svg" Id="R0adcd0881acb42c6" /><Relationship Type="http://schemas.openxmlformats.org/officeDocument/2006/relationships/image" Target="/ppt/media/image34.png" Id="R3321b0ca601a46f4" /><Relationship Type="http://schemas.openxmlformats.org/officeDocument/2006/relationships/image" Target="/ppt/media/image29.svg" Id="R7a0c0fbdf75c4ee9" /><Relationship Type="http://schemas.openxmlformats.org/officeDocument/2006/relationships/notesSlide" Target="/ppt/notesSlides/notesSlide13.xml" Id="Rbea01de0cd1941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66c882e55439c" /><Relationship Type="http://schemas.openxmlformats.org/officeDocument/2006/relationships/image" Target="/ppt/media/image35.png" Id="R419f20fe709f4c9b" /><Relationship Type="http://schemas.openxmlformats.org/officeDocument/2006/relationships/image" Target="/ppt/media/image36.png" Id="R238c026b17cd481c" /><Relationship Type="http://schemas.openxmlformats.org/officeDocument/2006/relationships/image" Target="/ppt/media/image30.svg" Id="R99576a2dfa7849f5" /><Relationship Type="http://schemas.openxmlformats.org/officeDocument/2006/relationships/image" Target="/ppt/media/image37.png" Id="Ra192c8f119034a37" /><Relationship Type="http://schemas.openxmlformats.org/officeDocument/2006/relationships/image" Target="/ppt/media/image31.svg" Id="R75efab6a3fa54648" /><Relationship Type="http://schemas.openxmlformats.org/officeDocument/2006/relationships/image" Target="/ppt/media/image38.png" Id="R8187ed6afea24763" /><Relationship Type="http://schemas.openxmlformats.org/officeDocument/2006/relationships/image" Target="/ppt/media/image32.svg" Id="R9de46491cdd24190" /><Relationship Type="http://schemas.openxmlformats.org/officeDocument/2006/relationships/image" Target="/ppt/media/image39.png" Id="R442c5686e73e4226" /><Relationship Type="http://schemas.openxmlformats.org/officeDocument/2006/relationships/image" Target="/ppt/media/image33.svg" Id="R131434d48a334779" /><Relationship Type="http://schemas.openxmlformats.org/officeDocument/2006/relationships/image" Target="/ppt/media/image40.png" Id="R733fd9bf0d5748f6" /><Relationship Type="http://schemas.openxmlformats.org/officeDocument/2006/relationships/image" Target="/ppt/media/image34.svg" Id="R8d53c221adf14403" /><Relationship Type="http://schemas.openxmlformats.org/officeDocument/2006/relationships/image" Target="/ppt/media/image41.png" Id="R58fbd7b29a9946a8" /><Relationship Type="http://schemas.openxmlformats.org/officeDocument/2006/relationships/image" Target="/ppt/media/image35.svg" Id="R11eebc8ecdd44d70" /><Relationship Type="http://schemas.openxmlformats.org/officeDocument/2006/relationships/notesSlide" Target="/ppt/notesSlides/notesSlide14.xml" Id="R41b4211f438c4d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6555f5fb0414f" /><Relationship Type="http://schemas.openxmlformats.org/officeDocument/2006/relationships/image" Target="/ppt/media/image42.png" Id="R853d3ff717c84f9e" /><Relationship Type="http://schemas.openxmlformats.org/officeDocument/2006/relationships/image" Target="/ppt/media/image36.svg" Id="R14dc010648a74f9b" /><Relationship Type="http://schemas.openxmlformats.org/officeDocument/2006/relationships/image" Target="/ppt/media/image43.png" Id="Rf7dd314501444ab9" /><Relationship Type="http://schemas.openxmlformats.org/officeDocument/2006/relationships/image" Target="/ppt/media/image37.svg" Id="Rc3f3cabb668c448c" /><Relationship Type="http://schemas.openxmlformats.org/officeDocument/2006/relationships/image" Target="/ppt/media/image44.png" Id="R0e54929ab0f24b94" /><Relationship Type="http://schemas.openxmlformats.org/officeDocument/2006/relationships/image" Target="/ppt/media/image38.svg" Id="Rc0bbd87a88394248" /><Relationship Type="http://schemas.openxmlformats.org/officeDocument/2006/relationships/image" Target="/ppt/media/image45.png" Id="R1d6539834bd1405d" /><Relationship Type="http://schemas.openxmlformats.org/officeDocument/2006/relationships/image" Target="/ppt/media/image39.svg" Id="R8ed2808d5e574e2a" /><Relationship Type="http://schemas.openxmlformats.org/officeDocument/2006/relationships/notesSlide" Target="/ppt/notesSlides/notesSlide15.xml" Id="R1f51b2240ebb4a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3a92003194526" /><Relationship Type="http://schemas.openxmlformats.org/officeDocument/2006/relationships/notesSlide" Target="/ppt/notesSlides/notesSlide16.xml" Id="Rf3ee79b5098d46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5265ea11c4371" /><Relationship Type="http://schemas.openxmlformats.org/officeDocument/2006/relationships/notesSlide" Target="/ppt/notesSlides/notesSlide17.xml" Id="R239bacafb7ab4e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ceb9129c5438b" /><Relationship Type="http://schemas.openxmlformats.org/officeDocument/2006/relationships/notesSlide" Target="/ppt/notesSlides/notesSlide18.xml" Id="R8fb6eec6057544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d553092a645a2" /><Relationship Type="http://schemas.openxmlformats.org/officeDocument/2006/relationships/notesSlide" Target="/ppt/notesSlides/notesSlide19.xml" Id="R889b31cbbcde47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6871719aa4e57" /><Relationship Type="http://schemas.openxmlformats.org/officeDocument/2006/relationships/notesSlide" Target="/ppt/notesSlides/notesSlide20.xml" Id="R3dbacc23ce454a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0001">
            <a:extLst xmlns:a="http://schemas.openxmlformats.org/drawingml/2006/main">
              <a:ext uri="{FF2B5EF4-FFF2-40B4-BE49-F238E27FC236}">
                <a16:creationId xmlns:a16="http://schemas.microsoft.com/office/drawing/2014/main" id="{AAD62B3B-A44B-491F-9FA6-29A0AB3A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02">
            <a:extLst xmlns:a="http://schemas.openxmlformats.org/drawingml/2006/main">
              <a:ext uri="{FF2B5EF4-FFF2-40B4-BE49-F238E27FC236}">
                <a16:creationId xmlns:a16="http://schemas.microsoft.com/office/drawing/2014/main" id="{A1FE71B0-0634-4A5B-A0BD-79F89677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制作研究 / 2026</a:t>
            </a:r>
          </a:p>
        </p:txBody>
      </p:sp>
      <p:sp>
        <p:nvSpPr>
          <p:cNvPr id="3" name="text-0003">
            <a:extLst xmlns:a="http://schemas.openxmlformats.org/drawingml/2006/main">
              <a:ext uri="{FF2B5EF4-FFF2-40B4-BE49-F238E27FC236}">
                <a16:creationId xmlns:a16="http://schemas.microsoft.com/office/drawing/2014/main" id="{93D7F506-0EDC-471C-AE3D-9591C14E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57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ChaosDraftParty</a:t>
            </a:r>
          </a:p>
        </p:txBody>
      </p:sp>
      <p:sp>
        <p:nvSpPr>
          <p:cNvPr id="4" name="text-0004">
            <a:extLst xmlns:a="http://schemas.openxmlformats.org/drawingml/2006/main">
              <a:ext uri="{FF2B5EF4-FFF2-40B4-BE49-F238E27FC236}">
                <a16:creationId xmlns:a16="http://schemas.microsoft.com/office/drawing/2014/main" id="{40969580-6A52-4033-8BDD-7AEE96B5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選ぶほど、試合がカオスになる</a:t>
            </a:r>
          </a:p>
          <a:p xmlns:a="http://schemas.openxmlformats.org/drawingml/2006/main">
            <a:pPr algn="l">
              <a:defRPr sz="25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2.5D対戦パーティーゲーム</a:t>
            </a:r>
          </a:p>
        </p:txBody>
      </p:sp>
      <p:sp>
        <p:nvSpPr>
          <p:cNvPr id="5" name="rule-0005">
            <a:extLst xmlns:a="http://schemas.openxmlformats.org/drawingml/2006/main">
              <a:ext uri="{FF2B5EF4-FFF2-40B4-BE49-F238E27FC236}">
                <a16:creationId xmlns:a16="http://schemas.microsoft.com/office/drawing/2014/main" id="{DAF0EB7E-6701-4551-AC20-D99687E1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0512DB8C-5D97-4DB1-8A00-CECAFFAE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短いミニゲーム  ×  スキルドラフト  ×  共有視点</a:t>
            </a:r>
          </a:p>
        </p:txBody>
      </p:sp>
      <p:sp>
        <p:nvSpPr>
          <p:cNvPr id="7" name="text-0007">
            <a:extLst xmlns:a="http://schemas.openxmlformats.org/drawingml/2006/main">
              <a:ext uri="{FF2B5EF4-FFF2-40B4-BE49-F238E27FC236}">
                <a16:creationId xmlns:a16="http://schemas.microsoft.com/office/drawing/2014/main" id="{5F6A21CA-9DAD-4B35-9A89-EBBB132B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島田 泰成  /  東海大学 情報メディア学科 小坂研究室</a:t>
            </a:r>
          </a:p>
        </p:txBody>
      </p:sp>
      <p:sp>
        <p:nvSpPr>
          <p:cNvPr id="8" name="shape-0008">
            <a:extLst xmlns:a="http://schemas.openxmlformats.org/drawingml/2006/main">
              <a:ext uri="{FF2B5EF4-FFF2-40B4-BE49-F238E27FC236}">
                <a16:creationId xmlns:a16="http://schemas.microsoft.com/office/drawing/2014/main" id="{35BC211F-1AE1-49B9-8816-528DA117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3400"/>
            <a:ext cx="4076700" cy="554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4d07c28142d8"/>
          <a:srcRect xmlns:a="http://schemas.openxmlformats.org/drawingml/2006/main" l="14207" t="0" r="142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723900"/>
            <a:ext cx="3695700" cy="5162550"/>
          </a:xfrm>
          <a:prstGeom xmlns:a="http://schemas.openxmlformats.org/drawingml/2006/main" prst="rect">
            <a:avLst/>
          </a:prstGeom>
        </p:spPr>
      </p:pic>
      <p:sp>
        <p:nvSpPr>
          <p:cNvPr id="10" name="shape-0010">
            <a:extLst xmlns:a="http://schemas.openxmlformats.org/drawingml/2006/main">
              <a:ext uri="{FF2B5EF4-FFF2-40B4-BE49-F238E27FC236}">
                <a16:creationId xmlns:a16="http://schemas.microsoft.com/office/drawing/2014/main" id="{36F723AD-7AC5-4267-8453-E3DD31DA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3400"/>
            <a:ext cx="95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0011">
            <a:extLst xmlns:a="http://schemas.openxmlformats.org/drawingml/2006/main">
              <a:ext uri="{FF2B5EF4-FFF2-40B4-BE49-F238E27FC236}">
                <a16:creationId xmlns:a16="http://schemas.microsoft.com/office/drawing/2014/main" id="{DD952EC7-9882-4C12-98AE-6D4AF0B8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95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0012">
            <a:extLst xmlns:a="http://schemas.openxmlformats.org/drawingml/2006/main">
              <a:ext uri="{FF2B5EF4-FFF2-40B4-BE49-F238E27FC236}">
                <a16:creationId xmlns:a16="http://schemas.microsoft.com/office/drawing/2014/main" id="{63BAAFD4-C3BC-4C97-A756-F4986CC0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29100"/>
            <a:ext cx="95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13">
            <a:extLst xmlns:a="http://schemas.openxmlformats.org/drawingml/2006/main">
              <a:ext uri="{FF2B5EF4-FFF2-40B4-BE49-F238E27FC236}">
                <a16:creationId xmlns:a16="http://schemas.microsoft.com/office/drawing/2014/main" id="{9A455B24-4B1F-4636-9089-B3B733DB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1912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2–4 PLAYERS</a:t>
            </a:r>
          </a:p>
        </p:txBody>
      </p:sp>
      <p:sp>
        <p:nvSpPr>
          <p:cNvPr id="14" name="accent-rail-0014">
            <a:extLst xmlns:a="http://schemas.openxmlformats.org/drawingml/2006/main">
              <a:ext uri="{FF2B5EF4-FFF2-40B4-BE49-F238E27FC236}">
                <a16:creationId xmlns:a16="http://schemas.microsoft.com/office/drawing/2014/main" id="{9A7349B1-6AA5-4B15-80E0-28FBA37F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5348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015">
            <a:extLst xmlns:a="http://schemas.openxmlformats.org/drawingml/2006/main">
              <a:ext uri="{FF2B5EF4-FFF2-40B4-BE49-F238E27FC236}">
                <a16:creationId xmlns:a16="http://schemas.microsoft.com/office/drawing/2014/main" id="{0A6C979F-91D6-4411-A33C-3E1673CB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01 / PURPOSE</a:t>
            </a:r>
          </a:p>
        </p:txBody>
      </p:sp>
      <p:sp>
        <p:nvSpPr>
          <p:cNvPr id="2" name="text-0016">
            <a:extLst xmlns:a="http://schemas.openxmlformats.org/drawingml/2006/main">
              <a:ext uri="{FF2B5EF4-FFF2-40B4-BE49-F238E27FC236}">
                <a16:creationId xmlns:a16="http://schemas.microsoft.com/office/drawing/2014/main" id="{389F4CBA-A3AF-4041-BE81-7DB8D2D0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017">
            <a:extLst xmlns:a="http://schemas.openxmlformats.org/drawingml/2006/main">
              <a:ext uri="{FF2B5EF4-FFF2-40B4-BE49-F238E27FC236}">
                <a16:creationId xmlns:a16="http://schemas.microsoft.com/office/drawing/2014/main" id="{CCD9C533-DF89-411E-8CB2-65D810AD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4" name="accent-rail-0018">
            <a:extLst xmlns:a="http://schemas.openxmlformats.org/drawingml/2006/main">
              <a:ext uri="{FF2B5EF4-FFF2-40B4-BE49-F238E27FC236}">
                <a16:creationId xmlns:a16="http://schemas.microsoft.com/office/drawing/2014/main" id="{B277383C-B4EB-4FE4-838C-FC8A2F7E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019">
            <a:extLst xmlns:a="http://schemas.openxmlformats.org/drawingml/2006/main">
              <a:ext uri="{FF2B5EF4-FFF2-40B4-BE49-F238E27FC236}">
                <a16:creationId xmlns:a16="http://schemas.microsoft.com/office/drawing/2014/main" id="{B2AA45CB-8F86-4CD0-8036-6CD5A9A2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問いは、遊びやすさと上達の手応えを両立できるか</a:t>
            </a:r>
          </a:p>
        </p:txBody>
      </p:sp>
      <p:sp>
        <p:nvSpPr>
          <p:cNvPr id="6" name="rule-0020">
            <a:extLst xmlns:a="http://schemas.openxmlformats.org/drawingml/2006/main">
              <a:ext uri="{FF2B5EF4-FFF2-40B4-BE49-F238E27FC236}">
                <a16:creationId xmlns:a16="http://schemas.microsoft.com/office/drawing/2014/main" id="{2DD7B430-73F5-4210-BA30-B5A459C8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21">
            <a:extLst xmlns:a="http://schemas.openxmlformats.org/drawingml/2006/main">
              <a:ext uri="{FF2B5EF4-FFF2-40B4-BE49-F238E27FC236}">
                <a16:creationId xmlns:a16="http://schemas.microsoft.com/office/drawing/2014/main" id="{D11910DD-B374-44CF-A800-277A8654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61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初見でも動ける。</a:t>
            </a:r>
          </a:p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それでも、勝つほど</a:t>
            </a:r>
          </a:p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上手さが見える。</a:t>
            </a:r>
          </a:p>
        </p:txBody>
      </p:sp>
      <p:sp>
        <p:nvSpPr>
          <p:cNvPr id="8" name="rule-0022">
            <a:extLst xmlns:a="http://schemas.openxmlformats.org/drawingml/2006/main">
              <a:ext uri="{FF2B5EF4-FFF2-40B4-BE49-F238E27FC236}">
                <a16:creationId xmlns:a16="http://schemas.microsoft.com/office/drawing/2014/main" id="{3EC31AE5-A58E-4E37-8392-C04221D2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a6995fe3e4075">
            <a:extLst>
              <a:ext uri="{96DAC541-7B7A-43D3-8B79-37D633B846F1}">
                <asvg:svgBlip xmlns:asvg="http://schemas.microsoft.com/office/drawing/2016/SVG/main" r:embed="R8b888ff2ca4b4b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216217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0" name="text-0024">
            <a:extLst xmlns:a="http://schemas.openxmlformats.org/drawingml/2006/main">
              <a:ext uri="{FF2B5EF4-FFF2-40B4-BE49-F238E27FC236}">
                <a16:creationId xmlns:a16="http://schemas.microsoft.com/office/drawing/2014/main" id="{BDA47543-D23C-47AF-8564-C5AA0B26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パーティーゲームの入りやすさ</a:t>
            </a:r>
          </a:p>
        </p:txBody>
      </p:sp>
      <p:sp>
        <p:nvSpPr>
          <p:cNvPr id="11" name="text-0025">
            <a:extLst xmlns:a="http://schemas.openxmlformats.org/drawingml/2006/main">
              <a:ext uri="{FF2B5EF4-FFF2-40B4-BE49-F238E27FC236}">
                <a16:creationId xmlns:a16="http://schemas.microsoft.com/office/drawing/2014/main" id="{FE9E2A87-475B-4E98-8906-BA318F43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操作を覚える前から参加できる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c92ea528f455f">
            <a:extLst>
              <a:ext uri="{96DAC541-7B7A-43D3-8B79-37D633B846F1}">
                <asvg:svgBlip xmlns:asvg="http://schemas.microsoft.com/office/drawing/2016/SVG/main" r:embed="R498f3c5c26e448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326707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" name="text-0027">
            <a:extLst xmlns:a="http://schemas.openxmlformats.org/drawingml/2006/main">
              <a:ext uri="{FF2B5EF4-FFF2-40B4-BE49-F238E27FC236}">
                <a16:creationId xmlns:a16="http://schemas.microsoft.com/office/drawing/2014/main" id="{7FA193AF-9B7E-43E4-AE80-398A981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対戦ゲームの読み合い</a:t>
            </a:r>
          </a:p>
        </p:txBody>
      </p:sp>
      <p:sp>
        <p:nvSpPr>
          <p:cNvPr id="14" name="text-0028">
            <a:extLst xmlns:a="http://schemas.openxmlformats.org/drawingml/2006/main">
              <a:ext uri="{FF2B5EF4-FFF2-40B4-BE49-F238E27FC236}">
                <a16:creationId xmlns:a16="http://schemas.microsoft.com/office/drawing/2014/main" id="{14844F4F-FF86-45C3-8B69-A139D0BC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移動・間合い・スキル選択が勝敗に残る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3340051104671">
            <a:extLst>
              <a:ext uri="{96DAC541-7B7A-43D3-8B79-37D633B846F1}">
                <asvg:svgBlip xmlns:asvg="http://schemas.microsoft.com/office/drawing/2016/SVG/main" r:embed="Ra25aa25e2b4a42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437197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6" name="text-0030">
            <a:extLst xmlns:a="http://schemas.openxmlformats.org/drawingml/2006/main">
              <a:ext uri="{FF2B5EF4-FFF2-40B4-BE49-F238E27FC236}">
                <a16:creationId xmlns:a16="http://schemas.microsoft.com/office/drawing/2014/main" id="{8D6EC952-7672-4B3C-BA39-78BF7E67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ラウンドごとに変わるビルド</a:t>
            </a:r>
          </a:p>
        </p:txBody>
      </p:sp>
      <p:sp>
        <p:nvSpPr>
          <p:cNvPr id="17" name="text-0031">
            <a:extLst xmlns:a="http://schemas.openxmlformats.org/drawingml/2006/main">
              <a:ext uri="{FF2B5EF4-FFF2-40B4-BE49-F238E27FC236}">
                <a16:creationId xmlns:a16="http://schemas.microsoft.com/office/drawing/2014/main" id="{EFFA6EE5-1F6D-443C-B7AC-6E54117B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毎回同じ最適解に固定しない</a:t>
            </a:r>
          </a:p>
        </p:txBody>
      </p:sp>
      <p:sp>
        <p:nvSpPr>
          <p:cNvPr id="18" name="shape-0032">
            <a:extLst xmlns:a="http://schemas.openxmlformats.org/drawingml/2006/main">
              <a:ext uri="{FF2B5EF4-FFF2-40B4-BE49-F238E27FC236}">
                <a16:creationId xmlns:a16="http://schemas.microsoft.com/office/drawing/2014/main" id="{77FEEB8A-59F0-4737-9C70-A1689540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033">
            <a:extLst xmlns:a="http://schemas.openxmlformats.org/drawingml/2006/main">
              <a:ext uri="{FF2B5EF4-FFF2-40B4-BE49-F238E27FC236}">
                <a16:creationId xmlns:a16="http://schemas.microsoft.com/office/drawing/2014/main" id="{407A5515-71CC-482A-9F32-DEE884CE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短いミニゲーム × スキルドラフト × 2.5D共有視点</a:t>
            </a:r>
          </a:p>
        </p:txBody>
      </p:sp>
    </p:spTree>
    <p:extLst>
      <p:ext uri="{BB962C8B-B14F-4D97-AF65-F5344CB8AC3E}">
        <p14:creationId xmlns:p14="http://schemas.microsoft.com/office/powerpoint/2010/main" val="799030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034">
            <a:extLst xmlns:a="http://schemas.openxmlformats.org/drawingml/2006/main">
              <a:ext uri="{FF2B5EF4-FFF2-40B4-BE49-F238E27FC236}">
                <a16:creationId xmlns:a16="http://schemas.microsoft.com/office/drawing/2014/main" id="{6A2CEAB7-CF72-4114-BE42-7B171DA7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01 / PROTOTYPE</a:t>
            </a:r>
          </a:p>
        </p:txBody>
      </p:sp>
      <p:sp>
        <p:nvSpPr>
          <p:cNvPr id="2" name="text-0035">
            <a:extLst xmlns:a="http://schemas.openxmlformats.org/drawingml/2006/main">
              <a:ext uri="{FF2B5EF4-FFF2-40B4-BE49-F238E27FC236}">
                <a16:creationId xmlns:a16="http://schemas.microsoft.com/office/drawing/2014/main" id="{1B8726D3-5D5F-467A-88D7-F4FA06BA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036">
            <a:extLst xmlns:a="http://schemas.openxmlformats.org/drawingml/2006/main">
              <a:ext uri="{FF2B5EF4-FFF2-40B4-BE49-F238E27FC236}">
                <a16:creationId xmlns:a16="http://schemas.microsoft.com/office/drawing/2014/main" id="{A6D88B36-DC46-428C-839D-ED2E6820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4" name="accent-rail-0037">
            <a:extLst xmlns:a="http://schemas.openxmlformats.org/drawingml/2006/main">
              <a:ext uri="{FF2B5EF4-FFF2-40B4-BE49-F238E27FC236}">
                <a16:creationId xmlns:a16="http://schemas.microsoft.com/office/drawing/2014/main" id="{EFAF4FE6-9224-49EE-BAD3-433678AE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038">
            <a:extLst xmlns:a="http://schemas.openxmlformats.org/drawingml/2006/main">
              <a:ext uri="{FF2B5EF4-FFF2-40B4-BE49-F238E27FC236}">
                <a16:creationId xmlns:a16="http://schemas.microsoft.com/office/drawing/2014/main" id="{304038FD-D374-4AA1-B996-CAF247EE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最初の試作は、遊びより“磨き込み”に時間を使った</a:t>
            </a:r>
          </a:p>
        </p:txBody>
      </p:sp>
      <p:sp>
        <p:nvSpPr>
          <p:cNvPr id="6" name="rule-0039">
            <a:extLst xmlns:a="http://schemas.openxmlformats.org/drawingml/2006/main">
              <a:ext uri="{FF2B5EF4-FFF2-40B4-BE49-F238E27FC236}">
                <a16:creationId xmlns:a16="http://schemas.microsoft.com/office/drawing/2014/main" id="{39EADA08-B4BD-4F82-94AE-1A222370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57cb5e4e745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3848100" cy="3848100"/>
          </a:xfrm>
          <a:prstGeom xmlns:a="http://schemas.openxmlformats.org/drawingml/2006/main" prst="rect">
            <a:avLst/>
          </a:prstGeom>
        </p:spPr>
      </p:pic>
      <p:sp>
        <p:nvSpPr>
          <p:cNvPr id="8" name="image-border-0041">
            <a:extLst xmlns:a="http://schemas.openxmlformats.org/drawingml/2006/main">
              <a:ext uri="{FF2B5EF4-FFF2-40B4-BE49-F238E27FC236}">
                <a16:creationId xmlns:a16="http://schemas.microsoft.com/office/drawing/2014/main" id="{D025C2E8-1CE7-45FB-9A67-A3CCC5E2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8481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0"/>
            </a:solidFill>
            <a:prstDash val="solid"/>
          </a:ln>
        </p:spPr>
      </p:sp>
      <p:sp>
        <p:nvSpPr>
          <p:cNvPr id="9" name="shape-0042">
            <a:extLst xmlns:a="http://schemas.openxmlformats.org/drawingml/2006/main">
              <a:ext uri="{FF2B5EF4-FFF2-40B4-BE49-F238E27FC236}">
                <a16:creationId xmlns:a16="http://schemas.microsoft.com/office/drawing/2014/main" id="{A77A0CE3-F00A-4988-80E1-A2DC592D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0" name="shape-0043">
            <a:extLst xmlns:a="http://schemas.openxmlformats.org/drawingml/2006/main">
              <a:ext uri="{FF2B5EF4-FFF2-40B4-BE49-F238E27FC236}">
                <a16:creationId xmlns:a16="http://schemas.microsoft.com/office/drawing/2014/main" id="{BA47B93E-DC69-4317-A4A6-7B709A0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44">
            <a:extLst xmlns:a="http://schemas.openxmlformats.org/drawingml/2006/main">
              <a:ext uri="{FF2B5EF4-FFF2-40B4-BE49-F238E27FC236}">
                <a16:creationId xmlns:a16="http://schemas.microsoft.com/office/drawing/2014/main" id="{0E5B16A4-C306-4225-A667-C20598F0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859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足</a:t>
            </a:r>
          </a:p>
        </p:txBody>
      </p:sp>
      <p:sp>
        <p:nvSpPr>
          <p:cNvPr id="12" name="text-0045">
            <a:extLst xmlns:a="http://schemas.openxmlformats.org/drawingml/2006/main">
              <a:ext uri="{FF2B5EF4-FFF2-40B4-BE49-F238E27FC236}">
                <a16:creationId xmlns:a16="http://schemas.microsoft.com/office/drawing/2014/main" id="{E6108F6A-97F2-4908-9076-03D5BE06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66925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毎フレーム補正で接地を整えた</a:t>
            </a:r>
          </a:p>
        </p:txBody>
      </p:sp>
      <p:sp>
        <p:nvSpPr>
          <p:cNvPr id="13" name="shape-0046">
            <a:extLst xmlns:a="http://schemas.openxmlformats.org/drawingml/2006/main">
              <a:ext uri="{FF2B5EF4-FFF2-40B4-BE49-F238E27FC236}">
                <a16:creationId xmlns:a16="http://schemas.microsoft.com/office/drawing/2014/main" id="{78700232-15DE-4AB3-ADDE-396B9459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908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4" name="shape-0047">
            <a:extLst xmlns:a="http://schemas.openxmlformats.org/drawingml/2006/main">
              <a:ext uri="{FF2B5EF4-FFF2-40B4-BE49-F238E27FC236}">
                <a16:creationId xmlns:a16="http://schemas.microsoft.com/office/drawing/2014/main" id="{D6B37DB3-863B-4564-AD58-3A32EE5B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908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48">
            <a:extLst xmlns:a="http://schemas.openxmlformats.org/drawingml/2006/main">
              <a:ext uri="{FF2B5EF4-FFF2-40B4-BE49-F238E27FC236}">
                <a16:creationId xmlns:a16="http://schemas.microsoft.com/office/drawing/2014/main" id="{1302EB51-9902-4023-850C-A4A4C96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カメラ</a:t>
            </a:r>
          </a:p>
        </p:txBody>
      </p:sp>
      <p:sp>
        <p:nvSpPr>
          <p:cNvPr id="16" name="text-0049">
            <a:extLst xmlns:a="http://schemas.openxmlformats.org/drawingml/2006/main">
              <a:ext uri="{FF2B5EF4-FFF2-40B4-BE49-F238E27FC236}">
                <a16:creationId xmlns:a16="http://schemas.microsoft.com/office/drawing/2014/main" id="{FEB10F6E-45A5-4373-B35A-CF4BCD17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揺れとFOV演出を試し、酔い対策で撤退した</a:t>
            </a:r>
          </a:p>
        </p:txBody>
      </p:sp>
      <p:sp>
        <p:nvSpPr>
          <p:cNvPr id="17" name="shape-0050">
            <a:extLst xmlns:a="http://schemas.openxmlformats.org/drawingml/2006/main">
              <a:ext uri="{FF2B5EF4-FFF2-40B4-BE49-F238E27FC236}">
                <a16:creationId xmlns:a16="http://schemas.microsoft.com/office/drawing/2014/main" id="{A6D147D3-51ED-4473-A550-9B12173A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290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8" name="shape-0051">
            <a:extLst xmlns:a="http://schemas.openxmlformats.org/drawingml/2006/main">
              <a:ext uri="{FF2B5EF4-FFF2-40B4-BE49-F238E27FC236}">
                <a16:creationId xmlns:a16="http://schemas.microsoft.com/office/drawing/2014/main" id="{4C2D8807-3E33-4343-A888-8D299B2F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290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052">
            <a:extLst xmlns:a="http://schemas.openxmlformats.org/drawingml/2006/main">
              <a:ext uri="{FF2B5EF4-FFF2-40B4-BE49-F238E27FC236}">
                <a16:creationId xmlns:a16="http://schemas.microsoft.com/office/drawing/2014/main" id="{D390FC38-54C9-47A5-B720-E7481983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623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砂埃</a:t>
            </a:r>
          </a:p>
        </p:txBody>
      </p:sp>
      <p:sp>
        <p:nvSpPr>
          <p:cNvPr id="20" name="text-0053">
            <a:extLst xmlns:a="http://schemas.openxmlformats.org/drawingml/2006/main">
              <a:ext uri="{FF2B5EF4-FFF2-40B4-BE49-F238E27FC236}">
                <a16:creationId xmlns:a16="http://schemas.microsoft.com/office/drawing/2014/main" id="{BC042D92-000F-4062-9B20-157EB8B5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歩行・ダッシュ・着地の接地感を作った</a:t>
            </a:r>
          </a:p>
        </p:txBody>
      </p:sp>
      <p:sp>
        <p:nvSpPr>
          <p:cNvPr id="21" name="shape-0054">
            <a:extLst xmlns:a="http://schemas.openxmlformats.org/drawingml/2006/main">
              <a:ext uri="{FF2B5EF4-FFF2-40B4-BE49-F238E27FC236}">
                <a16:creationId xmlns:a16="http://schemas.microsoft.com/office/drawing/2014/main" id="{874B516D-CDC5-42CF-A7D4-B13961B0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672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2" name="shape-0055">
            <a:extLst xmlns:a="http://schemas.openxmlformats.org/drawingml/2006/main">
              <a:ext uri="{FF2B5EF4-FFF2-40B4-BE49-F238E27FC236}">
                <a16:creationId xmlns:a16="http://schemas.microsoft.com/office/drawing/2014/main" id="{2D8465A7-E29B-4A46-B526-AAD2FB3E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672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056">
            <a:extLst xmlns:a="http://schemas.openxmlformats.org/drawingml/2006/main">
              <a:ext uri="{FF2B5EF4-FFF2-40B4-BE49-F238E27FC236}">
                <a16:creationId xmlns:a16="http://schemas.microsoft.com/office/drawing/2014/main" id="{10A7CF85-920B-49A0-A64C-7DCB5EC8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005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ステージ</a:t>
            </a:r>
          </a:p>
        </p:txBody>
      </p:sp>
      <p:sp>
        <p:nvSpPr>
          <p:cNvPr id="24" name="text-0057">
            <a:extLst xmlns:a="http://schemas.openxmlformats.org/drawingml/2006/main">
              <a:ext uri="{FF2B5EF4-FFF2-40B4-BE49-F238E27FC236}">
                <a16:creationId xmlns:a16="http://schemas.microsoft.com/office/drawing/2014/main" id="{39939246-EE48-457F-8AAF-CA6D20E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81525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広さ・橋・中央・復帰ルートを増やした</a:t>
            </a:r>
          </a:p>
        </p:txBody>
      </p:sp>
      <p:sp>
        <p:nvSpPr>
          <p:cNvPr id="25" name="text-0058">
            <a:extLst xmlns:a="http://schemas.openxmlformats.org/drawingml/2006/main">
              <a:ext uri="{FF2B5EF4-FFF2-40B4-BE49-F238E27FC236}">
                <a16:creationId xmlns:a16="http://schemas.microsoft.com/office/drawing/2014/main" id="{0FB8EE5A-5946-4955-A053-9509FE1E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864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動きは良くなった。けれど、初見でゲームの目的は伝わらなかった。</a:t>
            </a:r>
          </a:p>
        </p:txBody>
      </p:sp>
    </p:spTree>
    <p:extLst>
      <p:ext uri="{BB962C8B-B14F-4D97-AF65-F5344CB8AC3E}">
        <p14:creationId xmlns:p14="http://schemas.microsoft.com/office/powerpoint/2010/main" val="1968916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059">
            <a:extLst xmlns:a="http://schemas.openxmlformats.org/drawingml/2006/main">
              <a:ext uri="{FF2B5EF4-FFF2-40B4-BE49-F238E27FC236}">
                <a16:creationId xmlns:a16="http://schemas.microsoft.com/office/drawing/2014/main" id="{93B777BF-165A-4A20-9636-7BC6555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02 / PRELIMINARY RESULT</a:t>
            </a:r>
          </a:p>
        </p:txBody>
      </p:sp>
      <p:sp>
        <p:nvSpPr>
          <p:cNvPr id="2" name="text-0060">
            <a:extLst xmlns:a="http://schemas.openxmlformats.org/drawingml/2006/main">
              <a:ext uri="{FF2B5EF4-FFF2-40B4-BE49-F238E27FC236}">
                <a16:creationId xmlns:a16="http://schemas.microsoft.com/office/drawing/2014/main" id="{5E8615F9-7DD5-425F-9C67-51167075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061">
            <a:extLst xmlns:a="http://schemas.openxmlformats.org/drawingml/2006/main">
              <a:ext uri="{FF2B5EF4-FFF2-40B4-BE49-F238E27FC236}">
                <a16:creationId xmlns:a16="http://schemas.microsoft.com/office/drawing/2014/main" id="{D3BC214D-F052-4801-8482-C73A7EC9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4" name="accent-rail-0062">
            <a:extLst xmlns:a="http://schemas.openxmlformats.org/drawingml/2006/main">
              <a:ext uri="{FF2B5EF4-FFF2-40B4-BE49-F238E27FC236}">
                <a16:creationId xmlns:a16="http://schemas.microsoft.com/office/drawing/2014/main" id="{80935DA9-8C62-43A6-8289-B4BF6B3E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063">
            <a:extLst xmlns:a="http://schemas.openxmlformats.org/drawingml/2006/main">
              <a:ext uri="{FF2B5EF4-FFF2-40B4-BE49-F238E27FC236}">
                <a16:creationId xmlns:a16="http://schemas.microsoft.com/office/drawing/2014/main" id="{7A479FBC-A649-4038-82F2-F926E755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予備結果は、コンセプトの読みづらさを示した</a:t>
            </a:r>
          </a:p>
        </p:txBody>
      </p:sp>
      <p:sp>
        <p:nvSpPr>
          <p:cNvPr id="6" name="shape-0064">
            <a:extLst xmlns:a="http://schemas.openxmlformats.org/drawingml/2006/main">
              <a:ext uri="{FF2B5EF4-FFF2-40B4-BE49-F238E27FC236}">
                <a16:creationId xmlns:a16="http://schemas.microsoft.com/office/drawing/2014/main" id="{9227156E-D786-4FE2-A405-BDDA41CE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4102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65">
            <a:extLst xmlns:a="http://schemas.openxmlformats.org/drawingml/2006/main">
              <a:ext uri="{FF2B5EF4-FFF2-40B4-BE49-F238E27FC236}">
                <a16:creationId xmlns:a16="http://schemas.microsoft.com/office/drawing/2014/main" id="{3CB7E85D-5726-472A-9619-C821D67F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「これ、</a:t>
            </a:r>
          </a:p>
          <a:p xmlns:a="http://schemas.openxmlformats.org/drawingml/2006/main">
            <a:pPr algn="l">
              <a:defRPr sz="43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何のゲーム？」</a:t>
            </a:r>
          </a:p>
        </p:txBody>
      </p:sp>
      <p:sp>
        <p:nvSpPr>
          <p:cNvPr id="8" name="text-0066">
            <a:extLst xmlns:a="http://schemas.openxmlformats.org/drawingml/2006/main">
              <a:ext uri="{FF2B5EF4-FFF2-40B4-BE49-F238E27FC236}">
                <a16:creationId xmlns:a16="http://schemas.microsoft.com/office/drawing/2014/main" id="{5B985DD9-4C7C-49E1-9F41-D1467BA1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2026年6月 中間発表 / 初見フィードバック</a:t>
            </a:r>
          </a:p>
        </p:txBody>
      </p:sp>
      <p:sp>
        <p:nvSpPr>
          <p:cNvPr id="9" name="text-0067">
            <a:extLst xmlns:a="http://schemas.openxmlformats.org/drawingml/2006/main">
              <a:ext uri="{FF2B5EF4-FFF2-40B4-BE49-F238E27FC236}">
                <a16:creationId xmlns:a16="http://schemas.microsoft.com/office/drawing/2014/main" id="{D80CB79A-029A-4EB8-8E96-C1171E7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text-0068">
            <a:extLst xmlns:a="http://schemas.openxmlformats.org/drawingml/2006/main">
              <a:ext uri="{FF2B5EF4-FFF2-40B4-BE49-F238E27FC236}">
                <a16:creationId xmlns:a16="http://schemas.microsoft.com/office/drawing/2014/main" id="{DC0BACFC-43B3-4FC6-A811-DE518235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335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視点が自由</a:t>
            </a:r>
          </a:p>
        </p:txBody>
      </p:sp>
      <p:sp>
        <p:nvSpPr>
          <p:cNvPr id="11" name="text-0069">
            <a:extLst xmlns:a="http://schemas.openxmlformats.org/drawingml/2006/main">
              <a:ext uri="{FF2B5EF4-FFF2-40B4-BE49-F238E27FC236}">
                <a16:creationId xmlns:a16="http://schemas.microsoft.com/office/drawing/2014/main" id="{F59C3BE8-C8EC-4C2B-A7CA-F80C48AD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526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相手と目的が画面外へ出る</a:t>
            </a:r>
          </a:p>
        </p:txBody>
      </p:sp>
      <p:sp>
        <p:nvSpPr>
          <p:cNvPr id="12" name="rule-0070">
            <a:extLst xmlns:a="http://schemas.openxmlformats.org/drawingml/2006/main">
              <a:ext uri="{FF2B5EF4-FFF2-40B4-BE49-F238E27FC236}">
                <a16:creationId xmlns:a16="http://schemas.microsoft.com/office/drawing/2014/main" id="{5ACE491D-E9B9-4600-8D2B-6649E814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432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71">
            <a:extLst xmlns:a="http://schemas.openxmlformats.org/drawingml/2006/main">
              <a:ext uri="{FF2B5EF4-FFF2-40B4-BE49-F238E27FC236}">
                <a16:creationId xmlns:a16="http://schemas.microsoft.com/office/drawing/2014/main" id="{EB55563A-CF57-4C48-837E-B3C446EB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27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4" name="text-0072">
            <a:extLst xmlns:a="http://schemas.openxmlformats.org/drawingml/2006/main">
              <a:ext uri="{FF2B5EF4-FFF2-40B4-BE49-F238E27FC236}">
                <a16:creationId xmlns:a16="http://schemas.microsoft.com/office/drawing/2014/main" id="{F63525A6-2337-44D9-9BF3-EEDD5DBB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ステージが広い</a:t>
            </a:r>
          </a:p>
        </p:txBody>
      </p:sp>
      <p:sp>
        <p:nvSpPr>
          <p:cNvPr id="15" name="text-0073">
            <a:extLst xmlns:a="http://schemas.openxmlformats.org/drawingml/2006/main">
              <a:ext uri="{FF2B5EF4-FFF2-40B4-BE49-F238E27FC236}">
                <a16:creationId xmlns:a16="http://schemas.microsoft.com/office/drawing/2014/main" id="{8A68571F-CD8D-4096-9B47-E6257E85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528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接触が偶然になりやすい</a:t>
            </a:r>
          </a:p>
        </p:txBody>
      </p:sp>
      <p:sp>
        <p:nvSpPr>
          <p:cNvPr id="16" name="rule-0074">
            <a:extLst xmlns:a="http://schemas.openxmlformats.org/drawingml/2006/main">
              <a:ext uri="{FF2B5EF4-FFF2-40B4-BE49-F238E27FC236}">
                <a16:creationId xmlns:a16="http://schemas.microsoft.com/office/drawing/2014/main" id="{99F8751F-E7C3-41F8-A848-29C10E37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075">
            <a:extLst xmlns:a="http://schemas.openxmlformats.org/drawingml/2006/main">
              <a:ext uri="{FF2B5EF4-FFF2-40B4-BE49-F238E27FC236}">
                <a16:creationId xmlns:a16="http://schemas.microsoft.com/office/drawing/2014/main" id="{501821ED-7907-4F10-939B-7180750F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529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8" name="text-0076">
            <a:extLst xmlns:a="http://schemas.openxmlformats.org/drawingml/2006/main">
              <a:ext uri="{FF2B5EF4-FFF2-40B4-BE49-F238E27FC236}">
                <a16:creationId xmlns:a16="http://schemas.microsoft.com/office/drawing/2014/main" id="{3FB3F203-C1B7-48C8-9ACA-4DA3DC97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338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演出を足す</a:t>
            </a:r>
          </a:p>
        </p:txBody>
      </p:sp>
      <p:sp>
        <p:nvSpPr>
          <p:cNvPr id="19" name="text-0077">
            <a:extLst xmlns:a="http://schemas.openxmlformats.org/drawingml/2006/main">
              <a:ext uri="{FF2B5EF4-FFF2-40B4-BE49-F238E27FC236}">
                <a16:creationId xmlns:a16="http://schemas.microsoft.com/office/drawing/2014/main" id="{11F97C21-C419-49A7-918A-1FE7153E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529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情報は増えるがルールは見えない</a:t>
            </a:r>
          </a:p>
        </p:txBody>
      </p:sp>
    </p:spTree>
    <p:extLst>
      <p:ext uri="{BB962C8B-B14F-4D97-AF65-F5344CB8AC3E}">
        <p14:creationId xmlns:p14="http://schemas.microsoft.com/office/powerpoint/2010/main" val="1447685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078">
            <a:extLst xmlns:a="http://schemas.openxmlformats.org/drawingml/2006/main">
              <a:ext uri="{FF2B5EF4-FFF2-40B4-BE49-F238E27FC236}">
                <a16:creationId xmlns:a16="http://schemas.microsoft.com/office/drawing/2014/main" id="{3FBB3770-F91B-414B-9F08-25F0C3B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02 / DISCUSSION</a:t>
            </a:r>
          </a:p>
        </p:txBody>
      </p:sp>
      <p:sp>
        <p:nvSpPr>
          <p:cNvPr id="2" name="text-0079">
            <a:extLst xmlns:a="http://schemas.openxmlformats.org/drawingml/2006/main">
              <a:ext uri="{FF2B5EF4-FFF2-40B4-BE49-F238E27FC236}">
                <a16:creationId xmlns:a16="http://schemas.microsoft.com/office/drawing/2014/main" id="{031F2844-28DD-4199-A4F0-7EEBC930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080">
            <a:extLst xmlns:a="http://schemas.openxmlformats.org/drawingml/2006/main">
              <a:ext uri="{FF2B5EF4-FFF2-40B4-BE49-F238E27FC236}">
                <a16:creationId xmlns:a16="http://schemas.microsoft.com/office/drawing/2014/main" id="{710B7FDE-B225-41FF-89F2-07BC3C62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4" name="accent-rail-0081">
            <a:extLst xmlns:a="http://schemas.openxmlformats.org/drawingml/2006/main">
              <a:ext uri="{FF2B5EF4-FFF2-40B4-BE49-F238E27FC236}">
                <a16:creationId xmlns:a16="http://schemas.microsoft.com/office/drawing/2014/main" id="{2258DF7D-87BD-48EE-88ED-E29EE2C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082">
            <a:extLst xmlns:a="http://schemas.openxmlformats.org/drawingml/2006/main">
              <a:ext uri="{FF2B5EF4-FFF2-40B4-BE49-F238E27FC236}">
                <a16:creationId xmlns:a16="http://schemas.microsoft.com/office/drawing/2014/main" id="{B029F941-2908-4F59-B683-AB0AD1C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問題は演出ではなく、出会いを作る構造だった</a:t>
            </a:r>
          </a:p>
        </p:txBody>
      </p:sp>
      <p:sp>
        <p:nvSpPr>
          <p:cNvPr id="6" name="rule-0083">
            <a:extLst xmlns:a="http://schemas.openxmlformats.org/drawingml/2006/main">
              <a:ext uri="{FF2B5EF4-FFF2-40B4-BE49-F238E27FC236}">
                <a16:creationId xmlns:a16="http://schemas.microsoft.com/office/drawing/2014/main" id="{9B12BE8B-D889-4F64-AA5E-97B7DE22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84">
            <a:extLst xmlns:a="http://schemas.openxmlformats.org/drawingml/2006/main">
              <a:ext uri="{FF2B5EF4-FFF2-40B4-BE49-F238E27FC236}">
                <a16:creationId xmlns:a16="http://schemas.microsoft.com/office/drawing/2014/main" id="{E742B58A-0169-4ACC-AD77-897C849D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試作で起きた流れ</a:t>
            </a:r>
          </a:p>
        </p:txBody>
      </p:sp>
      <p:sp>
        <p:nvSpPr>
          <p:cNvPr id="8" name="text-0085">
            <a:extLst xmlns:a="http://schemas.openxmlformats.org/drawingml/2006/main">
              <a:ext uri="{FF2B5EF4-FFF2-40B4-BE49-F238E27FC236}">
                <a16:creationId xmlns:a16="http://schemas.microsoft.com/office/drawing/2014/main" id="{BDF0FF99-A874-4F5E-8194-8429F12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81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必要な流れ</a:t>
            </a:r>
          </a:p>
        </p:txBody>
      </p:sp>
      <p:sp>
        <p:nvSpPr>
          <p:cNvPr id="9" name="shape-0086">
            <a:extLst xmlns:a="http://schemas.openxmlformats.org/drawingml/2006/main">
              <a:ext uri="{FF2B5EF4-FFF2-40B4-BE49-F238E27FC236}">
                <a16:creationId xmlns:a16="http://schemas.microsoft.com/office/drawing/2014/main" id="{CF7B98EA-F1C6-43C4-B1A1-42B261B5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0" name="text-0087">
            <a:extLst xmlns:a="http://schemas.openxmlformats.org/drawingml/2006/main">
              <a:ext uri="{FF2B5EF4-FFF2-40B4-BE49-F238E27FC236}">
                <a16:creationId xmlns:a16="http://schemas.microsoft.com/office/drawing/2014/main" id="{51CA9CAB-4DCB-449B-BF79-9E6EDCE6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安全な中央へ進む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110457c9142bf">
            <a:extLst>
              <a:ext uri="{96DAC541-7B7A-43D3-8B79-37D633B846F1}">
                <asvg:svgBlip xmlns:asvg="http://schemas.microsoft.com/office/drawing/2016/SVG/main" r:embed="Rfc91903cc42b48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95950" y="27146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2" name="shape-0089">
            <a:extLst xmlns:a="http://schemas.openxmlformats.org/drawingml/2006/main">
              <a:ext uri="{FF2B5EF4-FFF2-40B4-BE49-F238E27FC236}">
                <a16:creationId xmlns:a16="http://schemas.microsoft.com/office/drawing/2014/main" id="{2E21A430-8489-4590-A302-71BEE63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3" name="text-0090">
            <a:extLst xmlns:a="http://schemas.openxmlformats.org/drawingml/2006/main">
              <a:ext uri="{FF2B5EF4-FFF2-40B4-BE49-F238E27FC236}">
                <a16:creationId xmlns:a16="http://schemas.microsoft.com/office/drawing/2014/main" id="{5D91B277-F31E-44DB-9CC0-CFA869C1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同じ通路へ合流する</a:t>
            </a:r>
          </a:p>
        </p:txBody>
      </p:sp>
      <p:sp>
        <p:nvSpPr>
          <p:cNvPr id="14" name="shape-0091">
            <a:extLst xmlns:a="http://schemas.openxmlformats.org/drawingml/2006/main">
              <a:ext uri="{FF2B5EF4-FFF2-40B4-BE49-F238E27FC236}">
                <a16:creationId xmlns:a16="http://schemas.microsoft.com/office/drawing/2014/main" id="{0C3DD638-DA8C-4AE1-8526-0880B0F7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5" name="text-0092">
            <a:extLst xmlns:a="http://schemas.openxmlformats.org/drawingml/2006/main">
              <a:ext uri="{FF2B5EF4-FFF2-40B4-BE49-F238E27FC236}">
                <a16:creationId xmlns:a16="http://schemas.microsoft.com/office/drawing/2014/main" id="{FB975CF2-250F-4FFB-BDB4-276438FA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他人を避けて移動する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02b92ef994934">
            <a:extLst>
              <a:ext uri="{96DAC541-7B7A-43D3-8B79-37D633B846F1}">
                <asvg:svgBlip xmlns:asvg="http://schemas.microsoft.com/office/drawing/2016/SVG/main" r:embed="R7c8d32add3674f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95950" y="35909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shape-0094">
            <a:extLst xmlns:a="http://schemas.openxmlformats.org/drawingml/2006/main">
              <a:ext uri="{FF2B5EF4-FFF2-40B4-BE49-F238E27FC236}">
                <a16:creationId xmlns:a16="http://schemas.microsoft.com/office/drawing/2014/main" id="{F876568C-F61C-449D-BB76-53C7CF5B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480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8" name="text-0095">
            <a:extLst xmlns:a="http://schemas.openxmlformats.org/drawingml/2006/main">
              <a:ext uri="{FF2B5EF4-FFF2-40B4-BE49-F238E27FC236}">
                <a16:creationId xmlns:a16="http://schemas.microsoft.com/office/drawing/2014/main" id="{4475D6FE-A1E7-43AC-AFFF-E56AF6A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スキルで押し合う</a:t>
            </a:r>
          </a:p>
        </p:txBody>
      </p:sp>
      <p:sp>
        <p:nvSpPr>
          <p:cNvPr id="19" name="shape-0096">
            <a:extLst xmlns:a="http://schemas.openxmlformats.org/drawingml/2006/main">
              <a:ext uri="{FF2B5EF4-FFF2-40B4-BE49-F238E27FC236}">
                <a16:creationId xmlns:a16="http://schemas.microsoft.com/office/drawing/2014/main" id="{4A7F9795-8405-4A0F-A136-C53A99FC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0" name="text-0097">
            <a:extLst xmlns:a="http://schemas.openxmlformats.org/drawingml/2006/main">
              <a:ext uri="{FF2B5EF4-FFF2-40B4-BE49-F238E27FC236}">
                <a16:creationId xmlns:a16="http://schemas.microsoft.com/office/drawing/2014/main" id="{38D310F1-CD2A-4537-ADF7-8CF8F7BF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作業感が残る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3ff8dab1946a9">
            <a:extLst>
              <a:ext uri="{96DAC541-7B7A-43D3-8B79-37D633B846F1}">
                <asvg:svgBlip xmlns:asvg="http://schemas.microsoft.com/office/drawing/2016/SVG/main" r:embed="R682bce8b09e743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95950" y="4467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2" name="shape-0099">
            <a:extLst xmlns:a="http://schemas.openxmlformats.org/drawingml/2006/main">
              <a:ext uri="{FF2B5EF4-FFF2-40B4-BE49-F238E27FC236}">
                <a16:creationId xmlns:a16="http://schemas.microsoft.com/office/drawing/2014/main" id="{74ABC36B-1073-48CE-9144-705B7A27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9525">
            <a:solidFill>
              <a:srgbClr val="FF3131"/>
            </a:solidFill>
            <a:prstDash val="solid"/>
          </a:ln>
        </p:spPr>
      </p:sp>
      <p:sp>
        <p:nvSpPr>
          <p:cNvPr id="23" name="text-0100">
            <a:extLst xmlns:a="http://schemas.openxmlformats.org/drawingml/2006/main">
              <a:ext uri="{FF2B5EF4-FFF2-40B4-BE49-F238E27FC236}">
                <a16:creationId xmlns:a16="http://schemas.microsoft.com/office/drawing/2014/main" id="{F3C42DAA-770F-4018-A57A-5F223C42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事故が生まれる</a:t>
            </a:r>
          </a:p>
        </p:txBody>
      </p:sp>
      <p:sp>
        <p:nvSpPr>
          <p:cNvPr id="24" name="shape-0101">
            <a:extLst xmlns:a="http://schemas.openxmlformats.org/drawingml/2006/main">
              <a:ext uri="{FF2B5EF4-FFF2-40B4-BE49-F238E27FC236}">
                <a16:creationId xmlns:a16="http://schemas.microsoft.com/office/drawing/2014/main" id="{8E46BE07-5ECD-4863-BBB1-8EAC136E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15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102">
            <a:extLst xmlns:a="http://schemas.openxmlformats.org/drawingml/2006/main">
              <a:ext uri="{FF2B5EF4-FFF2-40B4-BE49-F238E27FC236}">
                <a16:creationId xmlns:a16="http://schemas.microsoft.com/office/drawing/2014/main" id="{365F5341-9667-4E30-A789-47E69BBE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中央へ逃げたい。でも、安全ルートほど他プレイヤーとぶつかる。</a:t>
            </a:r>
          </a:p>
        </p:txBody>
      </p:sp>
    </p:spTree>
    <p:extLst>
      <p:ext uri="{BB962C8B-B14F-4D97-AF65-F5344CB8AC3E}">
        <p14:creationId xmlns:p14="http://schemas.microsoft.com/office/powerpoint/2010/main" val="184872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0103">
            <a:extLst xmlns:a="http://schemas.openxmlformats.org/drawingml/2006/main">
              <a:ext uri="{FF2B5EF4-FFF2-40B4-BE49-F238E27FC236}">
                <a16:creationId xmlns:a16="http://schemas.microsoft.com/office/drawing/2014/main" id="{A26B8CC5-4E67-46DB-8DB5-058B9DA9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04">
            <a:extLst xmlns:a="http://schemas.openxmlformats.org/drawingml/2006/main">
              <a:ext uri="{FF2B5EF4-FFF2-40B4-BE49-F238E27FC236}">
                <a16:creationId xmlns:a16="http://schemas.microsoft.com/office/drawing/2014/main" id="{F1EC5815-F8A4-475D-AF69-D872EC27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03 / DESIGN ANSWER</a:t>
            </a:r>
          </a:p>
        </p:txBody>
      </p:sp>
      <p:sp>
        <p:nvSpPr>
          <p:cNvPr id="3" name="text-0105">
            <a:extLst xmlns:a="http://schemas.openxmlformats.org/drawingml/2006/main">
              <a:ext uri="{FF2B5EF4-FFF2-40B4-BE49-F238E27FC236}">
                <a16:creationId xmlns:a16="http://schemas.microsoft.com/office/drawing/2014/main" id="{7BB48428-EE05-4E16-8A50-C955EF25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335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2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3Dで描いて、</a:t>
            </a:r>
          </a:p>
          <a:p xmlns:a="http://schemas.openxmlformats.org/drawingml/2006/main">
            <a:pPr algn="l">
              <a:defRPr sz="42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2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2Dで戦う。</a:t>
            </a:r>
          </a:p>
        </p:txBody>
      </p:sp>
      <p:sp>
        <p:nvSpPr>
          <p:cNvPr id="4" name="text-0106">
            <a:extLst xmlns:a="http://schemas.openxmlformats.org/drawingml/2006/main">
              <a:ext uri="{FF2B5EF4-FFF2-40B4-BE49-F238E27FC236}">
                <a16:creationId xmlns:a16="http://schemas.microsoft.com/office/drawing/2014/main" id="{D66B4243-4695-4F01-BEAB-73C933C5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UNREAL ENGINE 5</a:t>
            </a:r>
          </a:p>
          <a:p xmlns:a="http://schemas.openxmlformats.org/drawingml/2006/main">
            <a:pPr algn="l">
              <a:defRPr sz="135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2.5D SHARED CAMERA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c928cc08d4569"/>
          <a:srcRect xmlns:a="http://schemas.openxmlformats.org/drawingml/2006/main" l="10397" t="0" r="103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0"/>
            <a:ext cx="7715250" cy="4095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60538035d4edd">
            <a:extLst>
              <a:ext uri="{96DAC541-7B7A-43D3-8B79-37D633B846F1}">
                <asvg:svgBlip xmlns:asvg="http://schemas.microsoft.com/office/drawing/2016/SVG/main" r:embed="R0ae5f817b98241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0" y="4591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text-0109">
            <a:extLst xmlns:a="http://schemas.openxmlformats.org/drawingml/2006/main">
              <a:ext uri="{FF2B5EF4-FFF2-40B4-BE49-F238E27FC236}">
                <a16:creationId xmlns:a16="http://schemas.microsoft.com/office/drawing/2014/main" id="{CE5E547B-5E52-4227-B341-6DBB26F5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全員が視界に入る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f19758ff747e1">
            <a:extLst>
              <a:ext uri="{96DAC541-7B7A-43D3-8B79-37D633B846F1}">
                <asvg:svgBlip xmlns:asvg="http://schemas.microsoft.com/office/drawing/2016/SVG/main" r:embed="R7f6abc8c9e3c49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600" y="4591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text-0111">
            <a:extLst xmlns:a="http://schemas.openxmlformats.org/drawingml/2006/main">
              <a:ext uri="{FF2B5EF4-FFF2-40B4-BE49-F238E27FC236}">
                <a16:creationId xmlns:a16="http://schemas.microsoft.com/office/drawing/2014/main" id="{B0B7063D-1717-42B1-9C76-15EE8C53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48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衝突点を設計できる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8e1937fe54a5c">
            <a:extLst>
              <a:ext uri="{96DAC541-7B7A-43D3-8B79-37D633B846F1}">
                <asvg:svgBlip xmlns:asvg="http://schemas.microsoft.com/office/drawing/2016/SVG/main" r:embed="Rdd7e6daf654a48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10700" y="4591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text-0113">
            <a:extLst xmlns:a="http://schemas.openxmlformats.org/drawingml/2006/main">
              <a:ext uri="{FF2B5EF4-FFF2-40B4-BE49-F238E27FC236}">
                <a16:creationId xmlns:a16="http://schemas.microsoft.com/office/drawing/2014/main" id="{CB621150-E9CB-48F6-AC51-30CE5AEB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48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磨く対象を絞れる</a:t>
            </a:r>
          </a:p>
        </p:txBody>
      </p:sp>
      <p:sp>
        <p:nvSpPr>
          <p:cNvPr id="12" name="accent-rail-0114">
            <a:extLst xmlns:a="http://schemas.openxmlformats.org/drawingml/2006/main">
              <a:ext uri="{FF2B5EF4-FFF2-40B4-BE49-F238E27FC236}">
                <a16:creationId xmlns:a16="http://schemas.microsoft.com/office/drawing/2014/main" id="{D39B2966-396E-4651-B896-0A0D813B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9726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115">
            <a:extLst xmlns:a="http://schemas.openxmlformats.org/drawingml/2006/main">
              <a:ext uri="{FF2B5EF4-FFF2-40B4-BE49-F238E27FC236}">
                <a16:creationId xmlns:a16="http://schemas.microsoft.com/office/drawing/2014/main" id="{E8764E7F-61CA-4680-A2B5-37A67E2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04 / POSITIONING</a:t>
            </a:r>
          </a:p>
        </p:txBody>
      </p:sp>
      <p:sp>
        <p:nvSpPr>
          <p:cNvPr id="2" name="text-0116">
            <a:extLst xmlns:a="http://schemas.openxmlformats.org/drawingml/2006/main">
              <a:ext uri="{FF2B5EF4-FFF2-40B4-BE49-F238E27FC236}">
                <a16:creationId xmlns:a16="http://schemas.microsoft.com/office/drawing/2014/main" id="{3E1FE996-9F0C-4A7B-BA26-5190AB8C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117">
            <a:extLst xmlns:a="http://schemas.openxmlformats.org/drawingml/2006/main">
              <a:ext uri="{FF2B5EF4-FFF2-40B4-BE49-F238E27FC236}">
                <a16:creationId xmlns:a16="http://schemas.microsoft.com/office/drawing/2014/main" id="{2D498032-899F-49A0-862F-789B2495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4" name="accent-rail-0118">
            <a:extLst xmlns:a="http://schemas.openxmlformats.org/drawingml/2006/main">
              <a:ext uri="{FF2B5EF4-FFF2-40B4-BE49-F238E27FC236}">
                <a16:creationId xmlns:a16="http://schemas.microsoft.com/office/drawing/2014/main" id="{2F8A1AE7-2AE5-485D-93EA-D1F759CE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119">
            <a:extLst xmlns:a="http://schemas.openxmlformats.org/drawingml/2006/main">
              <a:ext uri="{FF2B5EF4-FFF2-40B4-BE49-F238E27FC236}">
                <a16:creationId xmlns:a16="http://schemas.microsoft.com/office/drawing/2014/main" id="{2FD77B9A-E522-4459-B1A4-86E06470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既存作の強みを、1本の短い対戦ループへまとめる</a:t>
            </a:r>
          </a:p>
        </p:txBody>
      </p:sp>
      <p:sp>
        <p:nvSpPr>
          <p:cNvPr id="6" name="rule-0120">
            <a:extLst xmlns:a="http://schemas.openxmlformats.org/drawingml/2006/main">
              <a:ext uri="{FF2B5EF4-FFF2-40B4-BE49-F238E27FC236}">
                <a16:creationId xmlns:a16="http://schemas.microsoft.com/office/drawing/2014/main" id="{C015FEF2-735D-4E75-BCE0-E15A600E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21">
            <a:extLst xmlns:a="http://schemas.openxmlformats.org/drawingml/2006/main">
              <a:ext uri="{FF2B5EF4-FFF2-40B4-BE49-F238E27FC236}">
                <a16:creationId xmlns:a16="http://schemas.microsoft.com/office/drawing/2014/main" id="{F2AAC2DE-5C14-44F1-8955-8C577674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47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参考にした強み</a:t>
            </a:r>
          </a:p>
        </p:txBody>
      </p:sp>
      <p:sp>
        <p:nvSpPr>
          <p:cNvPr id="8" name="text-0122">
            <a:extLst xmlns:a="http://schemas.openxmlformats.org/drawingml/2006/main">
              <a:ext uri="{FF2B5EF4-FFF2-40B4-BE49-F238E27FC236}">
                <a16:creationId xmlns:a16="http://schemas.microsoft.com/office/drawing/2014/main" id="{32ED9D2D-C6B7-43D7-A6DC-E4DE6815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47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そのままでは残る隙間</a:t>
            </a:r>
          </a:p>
        </p:txBody>
      </p:sp>
      <p:sp>
        <p:nvSpPr>
          <p:cNvPr id="9" name="shape-0123">
            <a:extLst xmlns:a="http://schemas.openxmlformats.org/drawingml/2006/main">
              <a:ext uri="{FF2B5EF4-FFF2-40B4-BE49-F238E27FC236}">
                <a16:creationId xmlns:a16="http://schemas.microsoft.com/office/drawing/2014/main" id="{B63766CE-5216-4982-AFA3-A5E2DA0F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0" name="shape-0124">
            <a:extLst xmlns:a="http://schemas.openxmlformats.org/drawingml/2006/main">
              <a:ext uri="{FF2B5EF4-FFF2-40B4-BE49-F238E27FC236}">
                <a16:creationId xmlns:a16="http://schemas.microsoft.com/office/drawing/2014/main" id="{8C637663-EC85-4D47-A06C-3058F924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25">
            <a:extLst xmlns:a="http://schemas.openxmlformats.org/drawingml/2006/main">
              <a:ext uri="{FF2B5EF4-FFF2-40B4-BE49-F238E27FC236}">
                <a16:creationId xmlns:a16="http://schemas.microsoft.com/office/drawing/2014/main" id="{A650B76A-4A3D-4864-B940-B12F4856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Fall Guys</a:t>
            </a:r>
          </a:p>
        </p:txBody>
      </p:sp>
      <p:sp>
        <p:nvSpPr>
          <p:cNvPr id="12" name="text-0126">
            <a:extLst xmlns:a="http://schemas.openxmlformats.org/drawingml/2006/main">
              <a:ext uri="{FF2B5EF4-FFF2-40B4-BE49-F238E27FC236}">
                <a16:creationId xmlns:a16="http://schemas.microsoft.com/office/drawing/2014/main" id="{4F1DB9F4-E68B-4F8E-835D-3266A7CD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初見でルールが読める</a:t>
            </a:r>
          </a:p>
        </p:txBody>
      </p:sp>
      <p:sp>
        <p:nvSpPr>
          <p:cNvPr id="13" name="text-0127">
            <a:extLst xmlns:a="http://schemas.openxmlformats.org/drawingml/2006/main">
              <a:ext uri="{FF2B5EF4-FFF2-40B4-BE49-F238E27FC236}">
                <a16:creationId xmlns:a16="http://schemas.microsoft.com/office/drawing/2014/main" id="{EAB6E982-4F8D-4F84-9D77-5F04183E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ラウンドを越えるビルド選択は薄い</a:t>
            </a:r>
          </a:p>
        </p:txBody>
      </p:sp>
      <p:sp>
        <p:nvSpPr>
          <p:cNvPr id="14" name="shape-0128">
            <a:extLst xmlns:a="http://schemas.openxmlformats.org/drawingml/2006/main">
              <a:ext uri="{FF2B5EF4-FFF2-40B4-BE49-F238E27FC236}">
                <a16:creationId xmlns:a16="http://schemas.microsoft.com/office/drawing/2014/main" id="{2CF56CAF-7C35-43DE-A6BC-8DDF1CA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5" name="shape-0129">
            <a:extLst xmlns:a="http://schemas.openxmlformats.org/drawingml/2006/main">
              <a:ext uri="{FF2B5EF4-FFF2-40B4-BE49-F238E27FC236}">
                <a16:creationId xmlns:a16="http://schemas.microsoft.com/office/drawing/2014/main" id="{AD6880BD-5D92-4240-8E76-90650437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130">
            <a:extLst xmlns:a="http://schemas.openxmlformats.org/drawingml/2006/main">
              <a:ext uri="{FF2B5EF4-FFF2-40B4-BE49-F238E27FC236}">
                <a16:creationId xmlns:a16="http://schemas.microsoft.com/office/drawing/2014/main" id="{BF4E6C28-CC42-4336-931F-641C9CAF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Super Smash Bros.</a:t>
            </a:r>
          </a:p>
        </p:txBody>
      </p:sp>
      <p:sp>
        <p:nvSpPr>
          <p:cNvPr id="17" name="text-0131">
            <a:extLst xmlns:a="http://schemas.openxmlformats.org/drawingml/2006/main">
              <a:ext uri="{FF2B5EF4-FFF2-40B4-BE49-F238E27FC236}">
                <a16:creationId xmlns:a16="http://schemas.microsoft.com/office/drawing/2014/main" id="{BDA9EDB3-92A8-47C9-86C7-86CE5C40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2.5Dの可読性と吹き飛ばし</a:t>
            </a:r>
          </a:p>
        </p:txBody>
      </p:sp>
      <p:sp>
        <p:nvSpPr>
          <p:cNvPr id="18" name="text-0132">
            <a:extLst xmlns:a="http://schemas.openxmlformats.org/drawingml/2006/main">
              <a:ext uri="{FF2B5EF4-FFF2-40B4-BE49-F238E27FC236}">
                <a16:creationId xmlns:a16="http://schemas.microsoft.com/office/drawing/2014/main" id="{35042D7E-5518-4510-B050-BFC1AEA5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短いミニゲーム連戦ではない</a:t>
            </a:r>
          </a:p>
        </p:txBody>
      </p:sp>
      <p:sp>
        <p:nvSpPr>
          <p:cNvPr id="19" name="shape-0133">
            <a:extLst xmlns:a="http://schemas.openxmlformats.org/drawingml/2006/main">
              <a:ext uri="{FF2B5EF4-FFF2-40B4-BE49-F238E27FC236}">
                <a16:creationId xmlns:a16="http://schemas.microsoft.com/office/drawing/2014/main" id="{60BBC6AF-7AE0-4268-98A7-4665AF0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0" name="shape-0134">
            <a:extLst xmlns:a="http://schemas.openxmlformats.org/drawingml/2006/main">
              <a:ext uri="{FF2B5EF4-FFF2-40B4-BE49-F238E27FC236}">
                <a16:creationId xmlns:a16="http://schemas.microsoft.com/office/drawing/2014/main" id="{BF2DB0F7-2CFE-4CBD-8C0C-FD9DCF1E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135">
            <a:extLst xmlns:a="http://schemas.openxmlformats.org/drawingml/2006/main">
              <a:ext uri="{FF2B5EF4-FFF2-40B4-BE49-F238E27FC236}">
                <a16:creationId xmlns:a16="http://schemas.microsoft.com/office/drawing/2014/main" id="{32171469-CCC4-4359-BDA1-FE6F2AA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Mario Party</a:t>
            </a:r>
          </a:p>
        </p:txBody>
      </p:sp>
      <p:sp>
        <p:nvSpPr>
          <p:cNvPr id="22" name="text-0136">
            <a:extLst xmlns:a="http://schemas.openxmlformats.org/drawingml/2006/main">
              <a:ext uri="{FF2B5EF4-FFF2-40B4-BE49-F238E27FC236}">
                <a16:creationId xmlns:a16="http://schemas.microsoft.com/office/drawing/2014/main" id="{3D62B695-1907-42F9-A0C5-35407E8F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719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毎回ルールが変わる楽しさ</a:t>
            </a:r>
          </a:p>
        </p:txBody>
      </p:sp>
      <p:sp>
        <p:nvSpPr>
          <p:cNvPr id="23" name="text-0137">
            <a:extLst xmlns:a="http://schemas.openxmlformats.org/drawingml/2006/main">
              <a:ext uri="{FF2B5EF4-FFF2-40B4-BE49-F238E27FC236}">
                <a16:creationId xmlns:a16="http://schemas.microsoft.com/office/drawing/2014/main" id="{DFE1BCA1-0B3B-46F8-BCFE-BA63BA8E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1ゲームの周期が長い</a:t>
            </a:r>
          </a:p>
        </p:txBody>
      </p:sp>
      <p:sp>
        <p:nvSpPr>
          <p:cNvPr id="24" name="shape-0138">
            <a:extLst xmlns:a="http://schemas.openxmlformats.org/drawingml/2006/main">
              <a:ext uri="{FF2B5EF4-FFF2-40B4-BE49-F238E27FC236}">
                <a16:creationId xmlns:a16="http://schemas.microsoft.com/office/drawing/2014/main" id="{A7F3F087-FA6A-4730-8DEF-B202098E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7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5" name="shape-0139">
            <a:extLst xmlns:a="http://schemas.openxmlformats.org/drawingml/2006/main">
              <a:ext uri="{FF2B5EF4-FFF2-40B4-BE49-F238E27FC236}">
                <a16:creationId xmlns:a16="http://schemas.microsoft.com/office/drawing/2014/main" id="{13D46C3F-B022-4440-A241-F0940CE1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40">
            <a:extLst xmlns:a="http://schemas.openxmlformats.org/drawingml/2006/main">
              <a:ext uri="{FF2B5EF4-FFF2-40B4-BE49-F238E27FC236}">
                <a16:creationId xmlns:a16="http://schemas.microsoft.com/office/drawing/2014/main" id="{C24AEF1F-641B-4837-B661-D59ED30A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ChaosDraftParty</a:t>
            </a:r>
          </a:p>
        </p:txBody>
      </p:sp>
      <p:sp>
        <p:nvSpPr>
          <p:cNvPr id="27" name="text-0141">
            <a:extLst xmlns:a="http://schemas.openxmlformats.org/drawingml/2006/main">
              <a:ext uri="{FF2B5EF4-FFF2-40B4-BE49-F238E27FC236}">
                <a16:creationId xmlns:a16="http://schemas.microsoft.com/office/drawing/2014/main" id="{4C2F9AB4-7CE0-4CE4-8C0C-9523A01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共有視点 + ミニゲーム + ドラフト</a:t>
            </a:r>
          </a:p>
        </p:txBody>
      </p:sp>
      <p:sp>
        <p:nvSpPr>
          <p:cNvPr id="28" name="text-0142">
            <a:extLst xmlns:a="http://schemas.openxmlformats.org/drawingml/2006/main">
              <a:ext uri="{FF2B5EF4-FFF2-40B4-BE49-F238E27FC236}">
                <a16:creationId xmlns:a16="http://schemas.microsoft.com/office/drawing/2014/main" id="{1933306A-5E85-4C2E-AC61-0917F55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673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3つを90秒単位で接続する</a:t>
            </a:r>
          </a:p>
        </p:txBody>
      </p:sp>
      <p:sp>
        <p:nvSpPr>
          <p:cNvPr id="29" name="text-0143">
            <a:extLst xmlns:a="http://schemas.openxmlformats.org/drawingml/2006/main">
              <a:ext uri="{FF2B5EF4-FFF2-40B4-BE49-F238E27FC236}">
                <a16:creationId xmlns:a16="http://schemas.microsoft.com/office/drawing/2014/main" id="{7C777335-D73C-4A4C-961F-2F2BD544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比較は設計上の参照点。優劣評価ではなく、借りる要素と未解決部分を整理した。</a:t>
            </a:r>
          </a:p>
        </p:txBody>
      </p:sp>
    </p:spTree>
    <p:extLst>
      <p:ext uri="{BB962C8B-B14F-4D97-AF65-F5344CB8AC3E}">
        <p14:creationId xmlns:p14="http://schemas.microsoft.com/office/powerpoint/2010/main" val="1743559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144">
            <a:extLst xmlns:a="http://schemas.openxmlformats.org/drawingml/2006/main">
              <a:ext uri="{FF2B5EF4-FFF2-40B4-BE49-F238E27FC236}">
                <a16:creationId xmlns:a16="http://schemas.microsoft.com/office/drawing/2014/main" id="{E14DF86C-5270-4350-953C-5B6A381A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05 / CORE LOOP</a:t>
            </a:r>
          </a:p>
        </p:txBody>
      </p:sp>
      <p:sp>
        <p:nvSpPr>
          <p:cNvPr id="2" name="text-0145">
            <a:extLst xmlns:a="http://schemas.openxmlformats.org/drawingml/2006/main">
              <a:ext uri="{FF2B5EF4-FFF2-40B4-BE49-F238E27FC236}">
                <a16:creationId xmlns:a16="http://schemas.microsoft.com/office/drawing/2014/main" id="{A9D65ED7-72DA-4712-A13D-D64AF447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146">
            <a:extLst xmlns:a="http://schemas.openxmlformats.org/drawingml/2006/main">
              <a:ext uri="{FF2B5EF4-FFF2-40B4-BE49-F238E27FC236}">
                <a16:creationId xmlns:a16="http://schemas.microsoft.com/office/drawing/2014/main" id="{A16342A9-1A30-4C9B-8BF5-78020D6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4" name="accent-rail-0147">
            <a:extLst xmlns:a="http://schemas.openxmlformats.org/drawingml/2006/main">
              <a:ext uri="{FF2B5EF4-FFF2-40B4-BE49-F238E27FC236}">
                <a16:creationId xmlns:a16="http://schemas.microsoft.com/office/drawing/2014/main" id="{D61C3CC4-942A-47EA-A7B0-F908C16A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148">
            <a:extLst xmlns:a="http://schemas.openxmlformats.org/drawingml/2006/main">
              <a:ext uri="{FF2B5EF4-FFF2-40B4-BE49-F238E27FC236}">
                <a16:creationId xmlns:a16="http://schemas.microsoft.com/office/drawing/2014/main" id="{BF18A70F-CB6C-4757-B83F-4B610B8C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1ラウンドは、選択と衝突が90秒で返ってくる</a:t>
            </a:r>
          </a:p>
        </p:txBody>
      </p:sp>
      <p:sp>
        <p:nvSpPr>
          <p:cNvPr id="6" name="rule-0149">
            <a:extLst xmlns:a="http://schemas.openxmlformats.org/drawingml/2006/main">
              <a:ext uri="{FF2B5EF4-FFF2-40B4-BE49-F238E27FC236}">
                <a16:creationId xmlns:a16="http://schemas.microsoft.com/office/drawing/2014/main" id="{00553E3A-C1F5-46D0-BB49-F8C3ADE1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150">
            <a:extLst xmlns:a="http://schemas.openxmlformats.org/drawingml/2006/main">
              <a:ext uri="{FF2B5EF4-FFF2-40B4-BE49-F238E27FC236}">
                <a16:creationId xmlns:a16="http://schemas.microsoft.com/office/drawing/2014/main" id="{D8DECEFC-2BA4-42A3-BD69-C25F4C0A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8ef2f5b3f4be4">
            <a:extLst>
              <a:ext uri="{96DAC541-7B7A-43D3-8B79-37D633B846F1}">
                <asvg:svgBlip xmlns:asvg="http://schemas.microsoft.com/office/drawing/2016/SVG/main" r:embed="R2ec10c2b68dc41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19200" y="26479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9" name="text-0152">
            <a:extLst xmlns:a="http://schemas.openxmlformats.org/drawingml/2006/main">
              <a:ext uri="{FF2B5EF4-FFF2-40B4-BE49-F238E27FC236}">
                <a16:creationId xmlns:a16="http://schemas.microsoft.com/office/drawing/2014/main" id="{8893A8C4-0A9E-4C91-B632-F3D72054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選ぶ</a:t>
            </a:r>
          </a:p>
        </p:txBody>
      </p:sp>
      <p:sp>
        <p:nvSpPr>
          <p:cNvPr id="10" name="text-0153">
            <a:extLst xmlns:a="http://schemas.openxmlformats.org/drawingml/2006/main">
              <a:ext uri="{FF2B5EF4-FFF2-40B4-BE49-F238E27FC236}">
                <a16:creationId xmlns:a16="http://schemas.microsoft.com/office/drawing/2014/main" id="{4757E4B8-D48A-4E4C-A636-7F1AA71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スキル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a7b34139d4e32">
            <a:extLst>
              <a:ext uri="{96DAC541-7B7A-43D3-8B79-37D633B846F1}">
                <asvg:svgBlip xmlns:asvg="http://schemas.microsoft.com/office/drawing/2016/SVG/main" r:embed="Ra6eb687699a44e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00300" y="30670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2" name="shape-0155">
            <a:extLst xmlns:a="http://schemas.openxmlformats.org/drawingml/2006/main">
              <a:ext uri="{FF2B5EF4-FFF2-40B4-BE49-F238E27FC236}">
                <a16:creationId xmlns:a16="http://schemas.microsoft.com/office/drawing/2014/main" id="{6D617EFC-CE72-466F-BFE1-E849D2DA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a12252b4441ad">
            <a:extLst>
              <a:ext uri="{96DAC541-7B7A-43D3-8B79-37D633B846F1}">
                <asvg:svgBlip xmlns:asvg="http://schemas.microsoft.com/office/drawing/2016/SVG/main" r:embed="R6af3ec67a4c041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48050" y="26479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4" name="text-0157">
            <a:extLst xmlns:a="http://schemas.openxmlformats.org/drawingml/2006/main">
              <a:ext uri="{FF2B5EF4-FFF2-40B4-BE49-F238E27FC236}">
                <a16:creationId xmlns:a16="http://schemas.microsoft.com/office/drawing/2014/main" id="{E29D0667-5485-4FDE-B6D9-4A923EA5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読む</a:t>
            </a:r>
          </a:p>
        </p:txBody>
      </p:sp>
      <p:sp>
        <p:nvSpPr>
          <p:cNvPr id="15" name="text-0158">
            <a:extLst xmlns:a="http://schemas.openxmlformats.org/drawingml/2006/main">
              <a:ext uri="{FF2B5EF4-FFF2-40B4-BE49-F238E27FC236}">
                <a16:creationId xmlns:a16="http://schemas.microsoft.com/office/drawing/2014/main" id="{404E7602-3DB5-40B6-B7A4-87EB9444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95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ルール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1641612204a08">
            <a:extLst>
              <a:ext uri="{96DAC541-7B7A-43D3-8B79-37D633B846F1}">
                <asvg:svgBlip xmlns:asvg="http://schemas.microsoft.com/office/drawing/2016/SVG/main" r:embed="R46e3f5e5771e43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29150" y="30670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7" name="shape-0160">
            <a:extLst xmlns:a="http://schemas.openxmlformats.org/drawingml/2006/main">
              <a:ext uri="{FF2B5EF4-FFF2-40B4-BE49-F238E27FC236}">
                <a16:creationId xmlns:a16="http://schemas.microsoft.com/office/drawing/2014/main" id="{539FDE19-8506-494B-AB7C-4B749574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9525">
            <a:solidFill>
              <a:srgbClr val="00AADA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ccc7ff84a4026">
            <a:extLst>
              <a:ext uri="{96DAC541-7B7A-43D3-8B79-37D633B846F1}">
                <asvg:svgBlip xmlns:asvg="http://schemas.microsoft.com/office/drawing/2016/SVG/main" r:embed="R3d5fefb498d646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76900" y="26479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9" name="text-0162">
            <a:extLst xmlns:a="http://schemas.openxmlformats.org/drawingml/2006/main">
              <a:ext uri="{FF2B5EF4-FFF2-40B4-BE49-F238E27FC236}">
                <a16:creationId xmlns:a16="http://schemas.microsoft.com/office/drawing/2014/main" id="{2A620966-2BA2-448F-91AE-B5CFB031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ぶつかる</a:t>
            </a:r>
          </a:p>
        </p:txBody>
      </p:sp>
      <p:sp>
        <p:nvSpPr>
          <p:cNvPr id="20" name="text-0163">
            <a:extLst xmlns:a="http://schemas.openxmlformats.org/drawingml/2006/main">
              <a:ext uri="{FF2B5EF4-FFF2-40B4-BE49-F238E27FC236}">
                <a16:creationId xmlns:a16="http://schemas.microsoft.com/office/drawing/2014/main" id="{3D2F5CA3-6D02-465E-BE90-786E0215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対戦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4164d69b74cf6">
            <a:extLst>
              <a:ext uri="{96DAC541-7B7A-43D3-8B79-37D633B846F1}">
                <asvg:svgBlip xmlns:asvg="http://schemas.microsoft.com/office/drawing/2016/SVG/main" r:embed="Rdbe744299a1c45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0" y="30670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2" name="shape-0165">
            <a:extLst xmlns:a="http://schemas.openxmlformats.org/drawingml/2006/main">
              <a:ext uri="{FF2B5EF4-FFF2-40B4-BE49-F238E27FC236}">
                <a16:creationId xmlns:a16="http://schemas.microsoft.com/office/drawing/2014/main" id="{8758019A-8C6D-47B2-8429-F638F93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848aad2be42bf">
            <a:extLst>
              <a:ext uri="{96DAC541-7B7A-43D3-8B79-37D633B846F1}">
                <asvg:svgBlip xmlns:asvg="http://schemas.microsoft.com/office/drawing/2016/SVG/main" r:embed="R825fb4619ccd45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0" y="26479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4" name="text-0167">
            <a:extLst xmlns:a="http://schemas.openxmlformats.org/drawingml/2006/main">
              <a:ext uri="{FF2B5EF4-FFF2-40B4-BE49-F238E27FC236}">
                <a16:creationId xmlns:a16="http://schemas.microsoft.com/office/drawing/2014/main" id="{17BD28A8-4590-433C-8CA9-D8A29BC8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得点</a:t>
            </a:r>
          </a:p>
        </p:txBody>
      </p:sp>
      <p:sp>
        <p:nvSpPr>
          <p:cNvPr id="25" name="text-0168">
            <a:extLst xmlns:a="http://schemas.openxmlformats.org/drawingml/2006/main">
              <a:ext uri="{FF2B5EF4-FFF2-40B4-BE49-F238E27FC236}">
                <a16:creationId xmlns:a16="http://schemas.microsoft.com/office/drawing/2014/main" id="{1E3D3E7C-4172-472C-8D83-EC6C96CE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結果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60de1eabe4bd3">
            <a:extLst>
              <a:ext uri="{96DAC541-7B7A-43D3-8B79-37D633B846F1}">
                <asvg:svgBlip xmlns:asvg="http://schemas.microsoft.com/office/drawing/2016/SVG/main" r:embed="R854c9313799945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86850" y="30670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7" name="shape-0170">
            <a:extLst xmlns:a="http://schemas.openxmlformats.org/drawingml/2006/main">
              <a:ext uri="{FF2B5EF4-FFF2-40B4-BE49-F238E27FC236}">
                <a16:creationId xmlns:a16="http://schemas.microsoft.com/office/drawing/2014/main" id="{A4E77EDB-2E91-4C30-BF08-253CC2D3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ca2d8da4c487b">
            <a:extLst>
              <a:ext uri="{96DAC541-7B7A-43D3-8B79-37D633B846F1}">
                <asvg:svgBlip xmlns:asvg="http://schemas.microsoft.com/office/drawing/2016/SVG/main" r:embed="R5be3d5c7690140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34600" y="26479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9" name="text-0172">
            <a:extLst xmlns:a="http://schemas.openxmlformats.org/drawingml/2006/main">
              <a:ext uri="{FF2B5EF4-FFF2-40B4-BE49-F238E27FC236}">
                <a16:creationId xmlns:a16="http://schemas.microsoft.com/office/drawing/2014/main" id="{7A6B7D9D-A238-4D67-9790-8C45F697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57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次へ</a:t>
            </a:r>
          </a:p>
        </p:txBody>
      </p:sp>
      <p:sp>
        <p:nvSpPr>
          <p:cNvPr id="30" name="text-0173">
            <a:extLst xmlns:a="http://schemas.openxmlformats.org/drawingml/2006/main">
              <a:ext uri="{FF2B5EF4-FFF2-40B4-BE49-F238E27FC236}">
                <a16:creationId xmlns:a16="http://schemas.microsoft.com/office/drawing/2014/main" id="{337BC62C-B4F8-4937-8494-3588F03C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95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蓄積</a:t>
            </a:r>
          </a:p>
        </p:txBody>
      </p:sp>
      <p:sp>
        <p:nvSpPr>
          <p:cNvPr id="31" name="text-0174">
            <a:extLst xmlns:a="http://schemas.openxmlformats.org/drawingml/2006/main">
              <a:ext uri="{FF2B5EF4-FFF2-40B4-BE49-F238E27FC236}">
                <a16:creationId xmlns:a16="http://schemas.microsoft.com/office/drawing/2014/main" id="{D5FD1075-DEF8-4D0E-965F-8BD83C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選んだスキルをすぐ試し、結果を見て次の選択を変える。</a:t>
            </a:r>
          </a:p>
        </p:txBody>
      </p:sp>
      <p:sp>
        <p:nvSpPr>
          <p:cNvPr id="32" name="text-0175">
            <a:extLst xmlns:a="http://schemas.openxmlformats.org/drawingml/2006/main">
              <a:ext uri="{FF2B5EF4-FFF2-40B4-BE49-F238E27FC236}">
                <a16:creationId xmlns:a16="http://schemas.microsoft.com/office/drawing/2014/main" id="{88A5F584-7972-42E6-80C0-ABC472A5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483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長い育成ではなく、短い反復で“自分の組み合わせ”を作る。</a:t>
            </a:r>
          </a:p>
        </p:txBody>
      </p:sp>
    </p:spTree>
    <p:extLst>
      <p:ext uri="{BB962C8B-B14F-4D97-AF65-F5344CB8AC3E}">
        <p14:creationId xmlns:p14="http://schemas.microsoft.com/office/powerpoint/2010/main" val="2065760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176">
            <a:extLst xmlns:a="http://schemas.openxmlformats.org/drawingml/2006/main">
              <a:ext uri="{FF2B5EF4-FFF2-40B4-BE49-F238E27FC236}">
                <a16:creationId xmlns:a16="http://schemas.microsoft.com/office/drawing/2014/main" id="{414C2523-0815-42CB-B3B2-169E392B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05 / MATCH STRUCTURE</a:t>
            </a:r>
          </a:p>
        </p:txBody>
      </p:sp>
      <p:sp>
        <p:nvSpPr>
          <p:cNvPr id="2" name="text-0177">
            <a:extLst xmlns:a="http://schemas.openxmlformats.org/drawingml/2006/main">
              <a:ext uri="{FF2B5EF4-FFF2-40B4-BE49-F238E27FC236}">
                <a16:creationId xmlns:a16="http://schemas.microsoft.com/office/drawing/2014/main" id="{4A31E138-7DF5-4783-97DD-C46F1525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178">
            <a:extLst xmlns:a="http://schemas.openxmlformats.org/drawingml/2006/main">
              <a:ext uri="{FF2B5EF4-FFF2-40B4-BE49-F238E27FC236}">
                <a16:creationId xmlns:a16="http://schemas.microsoft.com/office/drawing/2014/main" id="{C35A8EEF-FDC5-464E-85C4-FB28FE1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4" name="accent-rail-0179">
            <a:extLst xmlns:a="http://schemas.openxmlformats.org/drawingml/2006/main">
              <a:ext uri="{FF2B5EF4-FFF2-40B4-BE49-F238E27FC236}">
                <a16:creationId xmlns:a16="http://schemas.microsoft.com/office/drawing/2014/main" id="{5050FD9B-A5CA-4F91-98B9-3EE4E9D4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180">
            <a:extLst xmlns:a="http://schemas.openxmlformats.org/drawingml/2006/main">
              <a:ext uri="{FF2B5EF4-FFF2-40B4-BE49-F238E27FC236}">
                <a16:creationId xmlns:a16="http://schemas.microsoft.com/office/drawing/2014/main" id="{5FAF350D-DCDD-4D52-819C-63362D7A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4ラウンド×3試合で、プレイヤーの個性が育つ</a:t>
            </a:r>
          </a:p>
        </p:txBody>
      </p:sp>
      <p:sp>
        <p:nvSpPr>
          <p:cNvPr id="6" name="rule-0181">
            <a:extLst xmlns:a="http://schemas.openxmlformats.org/drawingml/2006/main">
              <a:ext uri="{FF2B5EF4-FFF2-40B4-BE49-F238E27FC236}">
                <a16:creationId xmlns:a16="http://schemas.microsoft.com/office/drawing/2014/main" id="{54912852-56DA-4109-853B-0AD95CFE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82">
            <a:extLst xmlns:a="http://schemas.openxmlformats.org/drawingml/2006/main">
              <a:ext uri="{FF2B5EF4-FFF2-40B4-BE49-F238E27FC236}">
                <a16:creationId xmlns:a16="http://schemas.microsoft.com/office/drawing/2014/main" id="{402C5535-EE31-45F2-A204-7941D237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570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4 × 3</a:t>
            </a:r>
          </a:p>
        </p:txBody>
      </p:sp>
      <p:sp>
        <p:nvSpPr>
          <p:cNvPr id="8" name="text-0183">
            <a:extLst xmlns:a="http://schemas.openxmlformats.org/drawingml/2006/main">
              <a:ext uri="{FF2B5EF4-FFF2-40B4-BE49-F238E27FC236}">
                <a16:creationId xmlns:a16="http://schemas.microsoft.com/office/drawing/2014/main" id="{15B49ED8-322B-4D5D-B1DF-47A7E3C6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4ラウンド / 1試合</a:t>
            </a:r>
          </a:p>
          <a:p xmlns:a="http://schemas.openxmlformats.org/drawingml/2006/main">
            <a:pPr algn="l">
              <a:defRPr sz="17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3試合 / 1シーズン</a:t>
            </a:r>
          </a:p>
        </p:txBody>
      </p:sp>
      <p:sp>
        <p:nvSpPr>
          <p:cNvPr id="9" name="rule-0184">
            <a:extLst xmlns:a="http://schemas.openxmlformats.org/drawingml/2006/main">
              <a:ext uri="{FF2B5EF4-FFF2-40B4-BE49-F238E27FC236}">
                <a16:creationId xmlns:a16="http://schemas.microsoft.com/office/drawing/2014/main" id="{A9A41575-CA1D-439D-A008-C87E1B35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4787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85">
            <a:extLst xmlns:a="http://schemas.openxmlformats.org/drawingml/2006/main">
              <a:ext uri="{FF2B5EF4-FFF2-40B4-BE49-F238E27FC236}">
                <a16:creationId xmlns:a16="http://schemas.microsoft.com/office/drawing/2014/main" id="{AF56A006-868A-4BC8-B48A-15F1312F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MATCH 1</a:t>
            </a:r>
          </a:p>
        </p:txBody>
      </p:sp>
      <p:sp>
        <p:nvSpPr>
          <p:cNvPr id="11" name="shape-0186">
            <a:extLst xmlns:a="http://schemas.openxmlformats.org/drawingml/2006/main">
              <a:ext uri="{FF2B5EF4-FFF2-40B4-BE49-F238E27FC236}">
                <a16:creationId xmlns:a16="http://schemas.microsoft.com/office/drawing/2014/main" id="{96AA8FC4-4E6F-46B3-9437-60835113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336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87">
            <a:extLst xmlns:a="http://schemas.openxmlformats.org/drawingml/2006/main">
              <a:ext uri="{FF2B5EF4-FFF2-40B4-BE49-F238E27FC236}">
                <a16:creationId xmlns:a16="http://schemas.microsoft.com/office/drawing/2014/main" id="{48660757-66A2-43F3-A227-8080363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R1</a:t>
            </a:r>
          </a:p>
        </p:txBody>
      </p:sp>
      <p:sp>
        <p:nvSpPr>
          <p:cNvPr id="13" name="shape-0188">
            <a:extLst xmlns:a="http://schemas.openxmlformats.org/drawingml/2006/main">
              <a:ext uri="{FF2B5EF4-FFF2-40B4-BE49-F238E27FC236}">
                <a16:creationId xmlns:a16="http://schemas.microsoft.com/office/drawing/2014/main" id="{000FEFBD-D5DE-4BE8-9667-0A5B1267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336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89">
            <a:extLst xmlns:a="http://schemas.openxmlformats.org/drawingml/2006/main">
              <a:ext uri="{FF2B5EF4-FFF2-40B4-BE49-F238E27FC236}">
                <a16:creationId xmlns:a16="http://schemas.microsoft.com/office/drawing/2014/main" id="{81354F94-0441-4CDD-8195-E1EEA0B6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R2</a:t>
            </a:r>
          </a:p>
        </p:txBody>
      </p:sp>
      <p:sp>
        <p:nvSpPr>
          <p:cNvPr id="15" name="shape-0190">
            <a:extLst xmlns:a="http://schemas.openxmlformats.org/drawingml/2006/main">
              <a:ext uri="{FF2B5EF4-FFF2-40B4-BE49-F238E27FC236}">
                <a16:creationId xmlns:a16="http://schemas.microsoft.com/office/drawing/2014/main" id="{BA0765DA-718B-49D4-9654-801D92F7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191">
            <a:extLst xmlns:a="http://schemas.openxmlformats.org/drawingml/2006/main">
              <a:ext uri="{FF2B5EF4-FFF2-40B4-BE49-F238E27FC236}">
                <a16:creationId xmlns:a16="http://schemas.microsoft.com/office/drawing/2014/main" id="{2C7EFDA2-94BF-4A80-AF75-243D2D7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R3</a:t>
            </a:r>
          </a:p>
        </p:txBody>
      </p:sp>
      <p:sp>
        <p:nvSpPr>
          <p:cNvPr id="17" name="shape-0192">
            <a:extLst xmlns:a="http://schemas.openxmlformats.org/drawingml/2006/main">
              <a:ext uri="{FF2B5EF4-FFF2-40B4-BE49-F238E27FC236}">
                <a16:creationId xmlns:a16="http://schemas.microsoft.com/office/drawing/2014/main" id="{CF961C2F-EB2D-4BFE-B7A0-AE3C8E4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93">
            <a:extLst xmlns:a="http://schemas.openxmlformats.org/drawingml/2006/main">
              <a:ext uri="{FF2B5EF4-FFF2-40B4-BE49-F238E27FC236}">
                <a16:creationId xmlns:a16="http://schemas.microsoft.com/office/drawing/2014/main" id="{8F95201D-6472-458F-983A-9EAD7050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431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R4</a:t>
            </a:r>
          </a:p>
        </p:txBody>
      </p:sp>
      <p:sp>
        <p:nvSpPr>
          <p:cNvPr id="19" name="text-0194">
            <a:extLst xmlns:a="http://schemas.openxmlformats.org/drawingml/2006/main">
              <a:ext uri="{FF2B5EF4-FFF2-40B4-BE49-F238E27FC236}">
                <a16:creationId xmlns:a16="http://schemas.microsoft.com/office/drawing/2014/main" id="{81D6D478-65D6-41B2-81E1-73B1B5A7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336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5B6570"/>
                </a:solidFill>
                <a:latin typeface="Meiryo"/>
                <a:ea typeface="Meiryo"/>
                <a:cs typeface="Meiryo"/>
              </a:rPr>
              <a:t>スキル蓄積</a:t>
            </a:r>
          </a:p>
        </p:txBody>
      </p:sp>
      <p:sp>
        <p:nvSpPr>
          <p:cNvPr id="20" name="text-0195">
            <a:extLst xmlns:a="http://schemas.openxmlformats.org/drawingml/2006/main">
              <a:ext uri="{FF2B5EF4-FFF2-40B4-BE49-F238E27FC236}">
                <a16:creationId xmlns:a16="http://schemas.microsoft.com/office/drawing/2014/main" id="{869971CC-3DCF-43DC-93DB-8615F35F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AAB2BC"/>
                </a:solidFill>
                <a:latin typeface="Meiryo"/>
                <a:ea typeface="Meiryo"/>
                <a:cs typeface="Meiryo"/>
              </a:rPr>
              <a:t>MATCH 2</a:t>
            </a:r>
          </a:p>
        </p:txBody>
      </p:sp>
      <p:sp>
        <p:nvSpPr>
          <p:cNvPr id="21" name="shape-0196">
            <a:extLst xmlns:a="http://schemas.openxmlformats.org/drawingml/2006/main">
              <a:ext uri="{FF2B5EF4-FFF2-40B4-BE49-F238E27FC236}">
                <a16:creationId xmlns:a16="http://schemas.microsoft.com/office/drawing/2014/main" id="{33456659-A274-48B2-96C8-123BBE4C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197">
            <a:extLst xmlns:a="http://schemas.openxmlformats.org/drawingml/2006/main">
              <a:ext uri="{FF2B5EF4-FFF2-40B4-BE49-F238E27FC236}">
                <a16:creationId xmlns:a16="http://schemas.microsoft.com/office/drawing/2014/main" id="{059E3CCF-91A4-4FD3-BA43-DAFF899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527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R1</a:t>
            </a:r>
          </a:p>
        </p:txBody>
      </p:sp>
      <p:sp>
        <p:nvSpPr>
          <p:cNvPr id="23" name="shape-0198">
            <a:extLst xmlns:a="http://schemas.openxmlformats.org/drawingml/2006/main">
              <a:ext uri="{FF2B5EF4-FFF2-40B4-BE49-F238E27FC236}">
                <a16:creationId xmlns:a16="http://schemas.microsoft.com/office/drawing/2014/main" id="{06A3B3EF-5292-4C4A-96F2-7AB7E586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199">
            <a:extLst xmlns:a="http://schemas.openxmlformats.org/drawingml/2006/main">
              <a:ext uri="{FF2B5EF4-FFF2-40B4-BE49-F238E27FC236}">
                <a16:creationId xmlns:a16="http://schemas.microsoft.com/office/drawing/2014/main" id="{62A34F89-1994-4582-8A38-809822CE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527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R2</a:t>
            </a:r>
          </a:p>
        </p:txBody>
      </p:sp>
      <p:sp>
        <p:nvSpPr>
          <p:cNvPr id="25" name="shape-0200">
            <a:extLst xmlns:a="http://schemas.openxmlformats.org/drawingml/2006/main">
              <a:ext uri="{FF2B5EF4-FFF2-40B4-BE49-F238E27FC236}">
                <a16:creationId xmlns:a16="http://schemas.microsoft.com/office/drawing/2014/main" id="{821F650F-2124-4D71-8F27-6D8BEEBB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201">
            <a:extLst xmlns:a="http://schemas.openxmlformats.org/drawingml/2006/main">
              <a:ext uri="{FF2B5EF4-FFF2-40B4-BE49-F238E27FC236}">
                <a16:creationId xmlns:a16="http://schemas.microsoft.com/office/drawing/2014/main" id="{8D222480-3FFA-4EC8-BD67-382CB852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R3</a:t>
            </a:r>
          </a:p>
        </p:txBody>
      </p:sp>
      <p:sp>
        <p:nvSpPr>
          <p:cNvPr id="27" name="shape-0202">
            <a:extLst xmlns:a="http://schemas.openxmlformats.org/drawingml/2006/main">
              <a:ext uri="{FF2B5EF4-FFF2-40B4-BE49-F238E27FC236}">
                <a16:creationId xmlns:a16="http://schemas.microsoft.com/office/drawing/2014/main" id="{D4786A92-76B9-4B07-BD56-F566BD40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203">
            <a:extLst xmlns:a="http://schemas.openxmlformats.org/drawingml/2006/main">
              <a:ext uri="{FF2B5EF4-FFF2-40B4-BE49-F238E27FC236}">
                <a16:creationId xmlns:a16="http://schemas.microsoft.com/office/drawing/2014/main" id="{3AD08840-091B-42C0-B8DE-2A6CC71E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527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R4</a:t>
            </a:r>
          </a:p>
        </p:txBody>
      </p:sp>
      <p:sp>
        <p:nvSpPr>
          <p:cNvPr id="29" name="text-0204">
            <a:extLst xmlns:a="http://schemas.openxmlformats.org/drawingml/2006/main">
              <a:ext uri="{FF2B5EF4-FFF2-40B4-BE49-F238E27FC236}">
                <a16:creationId xmlns:a16="http://schemas.microsoft.com/office/drawing/2014/main" id="{A543D46B-7A5D-4003-8BCA-8E551C3D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1432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5B6570"/>
                </a:solidFill>
                <a:latin typeface="Meiryo"/>
                <a:ea typeface="Meiryo"/>
                <a:cs typeface="Meiryo"/>
              </a:rPr>
              <a:t>スキル蓄積</a:t>
            </a:r>
          </a:p>
        </p:txBody>
      </p:sp>
      <p:sp>
        <p:nvSpPr>
          <p:cNvPr id="30" name="text-0205">
            <a:extLst xmlns:a="http://schemas.openxmlformats.org/drawingml/2006/main">
              <a:ext uri="{FF2B5EF4-FFF2-40B4-BE49-F238E27FC236}">
                <a16:creationId xmlns:a16="http://schemas.microsoft.com/office/drawing/2014/main" id="{459427ED-3883-4455-968E-6D1A6FB7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529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MATCH 3</a:t>
            </a:r>
          </a:p>
        </p:txBody>
      </p:sp>
      <p:sp>
        <p:nvSpPr>
          <p:cNvPr id="31" name="shape-0206">
            <a:extLst xmlns:a="http://schemas.openxmlformats.org/drawingml/2006/main">
              <a:ext uri="{FF2B5EF4-FFF2-40B4-BE49-F238E27FC236}">
                <a16:creationId xmlns:a16="http://schemas.microsoft.com/office/drawing/2014/main" id="{54FAFED7-02DD-46A6-AED1-9AF9A31C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529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0207">
            <a:extLst xmlns:a="http://schemas.openxmlformats.org/drawingml/2006/main">
              <a:ext uri="{FF2B5EF4-FFF2-40B4-BE49-F238E27FC236}">
                <a16:creationId xmlns:a16="http://schemas.microsoft.com/office/drawing/2014/main" id="{661EAA2D-7DD8-4173-8C46-6F84316B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624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R1</a:t>
            </a:r>
          </a:p>
        </p:txBody>
      </p:sp>
      <p:sp>
        <p:nvSpPr>
          <p:cNvPr id="33" name="shape-0208">
            <a:extLst xmlns:a="http://schemas.openxmlformats.org/drawingml/2006/main">
              <a:ext uri="{FF2B5EF4-FFF2-40B4-BE49-F238E27FC236}">
                <a16:creationId xmlns:a16="http://schemas.microsoft.com/office/drawing/2014/main" id="{373B255A-1F55-44B8-9B9F-96B9D59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0209">
            <a:extLst xmlns:a="http://schemas.openxmlformats.org/drawingml/2006/main">
              <a:ext uri="{FF2B5EF4-FFF2-40B4-BE49-F238E27FC236}">
                <a16:creationId xmlns:a16="http://schemas.microsoft.com/office/drawing/2014/main" id="{8E1D18FC-429B-4C7C-93CF-E0FDB00F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R2</a:t>
            </a:r>
          </a:p>
        </p:txBody>
      </p:sp>
      <p:sp>
        <p:nvSpPr>
          <p:cNvPr id="35" name="shape-0210">
            <a:extLst xmlns:a="http://schemas.openxmlformats.org/drawingml/2006/main">
              <a:ext uri="{FF2B5EF4-FFF2-40B4-BE49-F238E27FC236}">
                <a16:creationId xmlns:a16="http://schemas.microsoft.com/office/drawing/2014/main" id="{25AEC458-2C42-4149-A7AE-8853F6A9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529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0211">
            <a:extLst xmlns:a="http://schemas.openxmlformats.org/drawingml/2006/main">
              <a:ext uri="{FF2B5EF4-FFF2-40B4-BE49-F238E27FC236}">
                <a16:creationId xmlns:a16="http://schemas.microsoft.com/office/drawing/2014/main" id="{A34CCE4B-3DD5-48CD-804D-34D873E4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624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R3</a:t>
            </a:r>
          </a:p>
        </p:txBody>
      </p:sp>
      <p:sp>
        <p:nvSpPr>
          <p:cNvPr id="37" name="shape-0212">
            <a:extLst xmlns:a="http://schemas.openxmlformats.org/drawingml/2006/main">
              <a:ext uri="{FF2B5EF4-FFF2-40B4-BE49-F238E27FC236}">
                <a16:creationId xmlns:a16="http://schemas.microsoft.com/office/drawing/2014/main" id="{440F0737-11BA-4A8F-A20C-1F7EF054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529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0213">
            <a:extLst xmlns:a="http://schemas.openxmlformats.org/drawingml/2006/main">
              <a:ext uri="{FF2B5EF4-FFF2-40B4-BE49-F238E27FC236}">
                <a16:creationId xmlns:a16="http://schemas.microsoft.com/office/drawing/2014/main" id="{109AFB45-3E84-4F10-B402-B5BC873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624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R4</a:t>
            </a:r>
          </a:p>
        </p:txBody>
      </p:sp>
      <p:sp>
        <p:nvSpPr>
          <p:cNvPr id="39" name="text-0214">
            <a:extLst xmlns:a="http://schemas.openxmlformats.org/drawingml/2006/main">
              <a:ext uri="{FF2B5EF4-FFF2-40B4-BE49-F238E27FC236}">
                <a16:creationId xmlns:a16="http://schemas.microsoft.com/office/drawing/2014/main" id="{07E262EF-7B0F-4188-B369-874F1C51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1529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シーズンルール</a:t>
            </a:r>
          </a:p>
        </p:txBody>
      </p:sp>
      <p:sp>
        <p:nvSpPr>
          <p:cNvPr id="40" name="shape-0215">
            <a:extLst xmlns:a="http://schemas.openxmlformats.org/drawingml/2006/main">
              <a:ext uri="{FF2B5EF4-FFF2-40B4-BE49-F238E27FC236}">
                <a16:creationId xmlns:a16="http://schemas.microsoft.com/office/drawing/2014/main" id="{B8D7AC21-2CFA-4529-9D73-6D9C7E06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91150"/>
            <a:ext cx="754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41" name="shape-0216">
            <a:extLst xmlns:a="http://schemas.openxmlformats.org/drawingml/2006/main">
              <a:ext uri="{FF2B5EF4-FFF2-40B4-BE49-F238E27FC236}">
                <a16:creationId xmlns:a16="http://schemas.microsoft.com/office/drawing/2014/main" id="{B89741B5-0D4C-477F-B91E-30ED6AF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911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0217">
            <a:extLst xmlns:a="http://schemas.openxmlformats.org/drawingml/2006/main">
              <a:ext uri="{FF2B5EF4-FFF2-40B4-BE49-F238E27FC236}">
                <a16:creationId xmlns:a16="http://schemas.microsoft.com/office/drawing/2014/main" id="{B4A5F5C4-34EC-47E8-BDDA-58CEF8E0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245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重複強化</a:t>
            </a:r>
          </a:p>
        </p:txBody>
      </p:sp>
      <p:sp>
        <p:nvSpPr>
          <p:cNvPr id="43" name="text-0218">
            <a:extLst xmlns:a="http://schemas.openxmlformats.org/drawingml/2006/main">
              <a:ext uri="{FF2B5EF4-FFF2-40B4-BE49-F238E27FC236}">
                <a16:creationId xmlns:a16="http://schemas.microsoft.com/office/drawing/2014/main" id="{5E4DB5C6-407D-4DC5-9244-012D46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05450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同じスキルを重ねても伸び幅を逓減し、一択化を防ぐ</a:t>
            </a:r>
          </a:p>
        </p:txBody>
      </p:sp>
    </p:spTree>
    <p:extLst>
      <p:ext uri="{BB962C8B-B14F-4D97-AF65-F5344CB8AC3E}">
        <p14:creationId xmlns:p14="http://schemas.microsoft.com/office/powerpoint/2010/main" val="793782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219">
            <a:extLst xmlns:a="http://schemas.openxmlformats.org/drawingml/2006/main">
              <a:ext uri="{FF2B5EF4-FFF2-40B4-BE49-F238E27FC236}">
                <a16:creationId xmlns:a16="http://schemas.microsoft.com/office/drawing/2014/main" id="{A0D51D28-0F2F-4AD1-88CF-6AD5665F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06 / FEATURE 1 — SKILLS</a:t>
            </a:r>
          </a:p>
        </p:txBody>
      </p:sp>
      <p:sp>
        <p:nvSpPr>
          <p:cNvPr id="2" name="text-0220">
            <a:extLst xmlns:a="http://schemas.openxmlformats.org/drawingml/2006/main">
              <a:ext uri="{FF2B5EF4-FFF2-40B4-BE49-F238E27FC236}">
                <a16:creationId xmlns:a16="http://schemas.microsoft.com/office/drawing/2014/main" id="{3C37E58E-01AB-4145-95D7-5BBBECCF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221">
            <a:extLst xmlns:a="http://schemas.openxmlformats.org/drawingml/2006/main">
              <a:ext uri="{FF2B5EF4-FFF2-40B4-BE49-F238E27FC236}">
                <a16:creationId xmlns:a16="http://schemas.microsoft.com/office/drawing/2014/main" id="{F4FDCE10-CF97-433A-BB1B-42B6A1CF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4" name="accent-rail-0222">
            <a:extLst xmlns:a="http://schemas.openxmlformats.org/drawingml/2006/main">
              <a:ext uri="{FF2B5EF4-FFF2-40B4-BE49-F238E27FC236}">
                <a16:creationId xmlns:a16="http://schemas.microsoft.com/office/drawing/2014/main" id="{C3720925-8614-41A4-8A3B-2620483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223">
            <a:extLst xmlns:a="http://schemas.openxmlformats.org/drawingml/2006/main">
              <a:ext uri="{FF2B5EF4-FFF2-40B4-BE49-F238E27FC236}">
                <a16:creationId xmlns:a16="http://schemas.microsoft.com/office/drawing/2014/main" id="{A94FFD01-D581-4822-8D8D-1BB7B5B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スキルは“移動・攻撃・感知”の3役で読みやすくする</a:t>
            </a:r>
          </a:p>
        </p:txBody>
      </p:sp>
      <p:sp>
        <p:nvSpPr>
          <p:cNvPr id="6" name="rule-0224">
            <a:extLst xmlns:a="http://schemas.openxmlformats.org/drawingml/2006/main">
              <a:ext uri="{FF2B5EF4-FFF2-40B4-BE49-F238E27FC236}">
                <a16:creationId xmlns:a16="http://schemas.microsoft.com/office/drawing/2014/main" id="{6E8EE2BB-1A5F-469B-BF19-5DB3751C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225">
            <a:extLst xmlns:a="http://schemas.openxmlformats.org/drawingml/2006/main">
              <a:ext uri="{FF2B5EF4-FFF2-40B4-BE49-F238E27FC236}">
                <a16:creationId xmlns:a16="http://schemas.microsoft.com/office/drawing/2014/main" id="{A1890766-08A9-46BF-BD67-F407C55A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3147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8" name="shape-0226">
            <a:extLst xmlns:a="http://schemas.openxmlformats.org/drawingml/2006/main">
              <a:ext uri="{FF2B5EF4-FFF2-40B4-BE49-F238E27FC236}">
                <a16:creationId xmlns:a16="http://schemas.microsoft.com/office/drawing/2014/main" id="{5ED074F5-AB47-4347-8596-3E486830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314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3306c621d4198">
            <a:extLst>
              <a:ext uri="{96DAC541-7B7A-43D3-8B79-37D633B846F1}">
                <asvg:svgBlip xmlns:asvg="http://schemas.microsoft.com/office/drawing/2016/SVG/main" r:embed="R583ca90c63bd49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" y="23622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text-0228">
            <a:extLst xmlns:a="http://schemas.openxmlformats.org/drawingml/2006/main">
              <a:ext uri="{FF2B5EF4-FFF2-40B4-BE49-F238E27FC236}">
                <a16:creationId xmlns:a16="http://schemas.microsoft.com/office/drawing/2014/main" id="{39AA6BF4-9618-4D5F-A2A4-B8426467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MOVE</a:t>
            </a:r>
          </a:p>
        </p:txBody>
      </p:sp>
      <p:sp>
        <p:nvSpPr>
          <p:cNvPr id="11" name="text-0229">
            <a:extLst xmlns:a="http://schemas.openxmlformats.org/drawingml/2006/main">
              <a:ext uri="{FF2B5EF4-FFF2-40B4-BE49-F238E27FC236}">
                <a16:creationId xmlns:a16="http://schemas.microsoft.com/office/drawing/2014/main" id="{85465380-2F88-4B48-B83F-EA9559F5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移動</a:t>
            </a:r>
          </a:p>
        </p:txBody>
      </p:sp>
      <p:sp>
        <p:nvSpPr>
          <p:cNvPr id="12" name="text-0230">
            <a:extLst xmlns:a="http://schemas.openxmlformats.org/drawingml/2006/main">
              <a:ext uri="{FF2B5EF4-FFF2-40B4-BE49-F238E27FC236}">
                <a16:creationId xmlns:a16="http://schemas.microsoft.com/office/drawing/2014/main" id="{219A2B94-D0E8-4C67-B270-47F157C9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Dash</a:t>
            </a:r>
          </a:p>
        </p:txBody>
      </p:sp>
      <p:sp>
        <p:nvSpPr>
          <p:cNvPr id="13" name="rule-0231">
            <a:extLst xmlns:a="http://schemas.openxmlformats.org/drawingml/2006/main">
              <a:ext uri="{FF2B5EF4-FFF2-40B4-BE49-F238E27FC236}">
                <a16:creationId xmlns:a16="http://schemas.microsoft.com/office/drawing/2014/main" id="{40AC2D8A-6199-45D4-9A1D-68844D8E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232">
            <a:extLst xmlns:a="http://schemas.openxmlformats.org/drawingml/2006/main">
              <a:ext uri="{FF2B5EF4-FFF2-40B4-BE49-F238E27FC236}">
                <a16:creationId xmlns:a16="http://schemas.microsoft.com/office/drawing/2014/main" id="{000522DB-FD51-4B32-B392-543E2630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Jump Boost</a:t>
            </a:r>
          </a:p>
        </p:txBody>
      </p:sp>
      <p:sp>
        <p:nvSpPr>
          <p:cNvPr id="15" name="rule-0233">
            <a:extLst xmlns:a="http://schemas.openxmlformats.org/drawingml/2006/main">
              <a:ext uri="{FF2B5EF4-FFF2-40B4-BE49-F238E27FC236}">
                <a16:creationId xmlns:a16="http://schemas.microsoft.com/office/drawing/2014/main" id="{C07EBAA6-6C76-4FEE-9110-697253C6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34">
            <a:extLst xmlns:a="http://schemas.openxmlformats.org/drawingml/2006/main">
              <a:ext uri="{FF2B5EF4-FFF2-40B4-BE49-F238E27FC236}">
                <a16:creationId xmlns:a16="http://schemas.microsoft.com/office/drawing/2014/main" id="{3EDE2F59-0A97-4047-9DC1-0D92E49B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Grapple</a:t>
            </a:r>
          </a:p>
        </p:txBody>
      </p:sp>
      <p:sp>
        <p:nvSpPr>
          <p:cNvPr id="17" name="rule-0235">
            <a:extLst xmlns:a="http://schemas.openxmlformats.org/drawingml/2006/main">
              <a:ext uri="{FF2B5EF4-FFF2-40B4-BE49-F238E27FC236}">
                <a16:creationId xmlns:a16="http://schemas.microsoft.com/office/drawing/2014/main" id="{D3F52297-910E-4D60-B97B-853A3A43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236">
            <a:extLst xmlns:a="http://schemas.openxmlformats.org/drawingml/2006/main">
              <a:ext uri="{FF2B5EF4-FFF2-40B4-BE49-F238E27FC236}">
                <a16:creationId xmlns:a16="http://schemas.microsoft.com/office/drawing/2014/main" id="{A8E12E2C-EB11-41DA-AFCE-740FEAC2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Hover</a:t>
            </a:r>
          </a:p>
        </p:txBody>
      </p:sp>
      <p:sp>
        <p:nvSpPr>
          <p:cNvPr id="19" name="rule-0237">
            <a:extLst xmlns:a="http://schemas.openxmlformats.org/drawingml/2006/main">
              <a:ext uri="{FF2B5EF4-FFF2-40B4-BE49-F238E27FC236}">
                <a16:creationId xmlns:a16="http://schemas.microsoft.com/office/drawing/2014/main" id="{B4DE2FBE-B982-4E65-9D10-3DF7B805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0238">
            <a:extLst xmlns:a="http://schemas.openxmlformats.org/drawingml/2006/main">
              <a:ext uri="{FF2B5EF4-FFF2-40B4-BE49-F238E27FC236}">
                <a16:creationId xmlns:a16="http://schemas.microsoft.com/office/drawing/2014/main" id="{C144DAD1-190B-49F5-A6A4-80DC2293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33147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1" name="shape-0239">
            <a:extLst xmlns:a="http://schemas.openxmlformats.org/drawingml/2006/main">
              <a:ext uri="{FF2B5EF4-FFF2-40B4-BE49-F238E27FC236}">
                <a16:creationId xmlns:a16="http://schemas.microsoft.com/office/drawing/2014/main" id="{BA5292D2-858B-44BB-BB86-A73FEE42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3314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54e3dfefc451b">
            <a:extLst>
              <a:ext uri="{96DAC541-7B7A-43D3-8B79-37D633B846F1}">
                <asvg:svgBlip xmlns:asvg="http://schemas.microsoft.com/office/drawing/2016/SVG/main" r:embed="R8e82a027a1024f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33900" y="23622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3" name="text-0241">
            <a:extLst xmlns:a="http://schemas.openxmlformats.org/drawingml/2006/main">
              <a:ext uri="{FF2B5EF4-FFF2-40B4-BE49-F238E27FC236}">
                <a16:creationId xmlns:a16="http://schemas.microsoft.com/office/drawing/2014/main" id="{8603859A-303E-482C-BD96-65EF54C8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HIT</a:t>
            </a:r>
          </a:p>
        </p:txBody>
      </p:sp>
      <p:sp>
        <p:nvSpPr>
          <p:cNvPr id="24" name="text-0242">
            <a:extLst xmlns:a="http://schemas.openxmlformats.org/drawingml/2006/main">
              <a:ext uri="{FF2B5EF4-FFF2-40B4-BE49-F238E27FC236}">
                <a16:creationId xmlns:a16="http://schemas.microsoft.com/office/drawing/2014/main" id="{A972D673-105E-42AD-82B0-CE779D53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攻撃</a:t>
            </a:r>
          </a:p>
        </p:txBody>
      </p:sp>
      <p:sp>
        <p:nvSpPr>
          <p:cNvPr id="25" name="text-0243">
            <a:extLst xmlns:a="http://schemas.openxmlformats.org/drawingml/2006/main">
              <a:ext uri="{FF2B5EF4-FFF2-40B4-BE49-F238E27FC236}">
                <a16:creationId xmlns:a16="http://schemas.microsoft.com/office/drawing/2014/main" id="{BFDB13B0-7EF2-4FEC-B10C-1C79167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Pulse</a:t>
            </a:r>
          </a:p>
        </p:txBody>
      </p:sp>
      <p:sp>
        <p:nvSpPr>
          <p:cNvPr id="26" name="rule-0244">
            <a:extLst xmlns:a="http://schemas.openxmlformats.org/drawingml/2006/main">
              <a:ext uri="{FF2B5EF4-FFF2-40B4-BE49-F238E27FC236}">
                <a16:creationId xmlns:a16="http://schemas.microsoft.com/office/drawing/2014/main" id="{CE4407CE-C93C-46A5-B026-32138C83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245">
            <a:extLst xmlns:a="http://schemas.openxmlformats.org/drawingml/2006/main">
              <a:ext uri="{FF2B5EF4-FFF2-40B4-BE49-F238E27FC236}">
                <a16:creationId xmlns:a16="http://schemas.microsoft.com/office/drawing/2014/main" id="{9F3D1747-0A51-4B26-9BED-C9173237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Bomb</a:t>
            </a:r>
          </a:p>
        </p:txBody>
      </p:sp>
      <p:sp>
        <p:nvSpPr>
          <p:cNvPr id="28" name="rule-0246">
            <a:extLst xmlns:a="http://schemas.openxmlformats.org/drawingml/2006/main">
              <a:ext uri="{FF2B5EF4-FFF2-40B4-BE49-F238E27FC236}">
                <a16:creationId xmlns:a16="http://schemas.microsoft.com/office/drawing/2014/main" id="{B366D6B1-B106-405E-9994-7076774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0247">
            <a:extLst xmlns:a="http://schemas.openxmlformats.org/drawingml/2006/main">
              <a:ext uri="{FF2B5EF4-FFF2-40B4-BE49-F238E27FC236}">
                <a16:creationId xmlns:a16="http://schemas.microsoft.com/office/drawing/2014/main" id="{B337CCED-F126-4286-980B-55A8C6CE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481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Shield</a:t>
            </a:r>
          </a:p>
        </p:txBody>
      </p:sp>
      <p:sp>
        <p:nvSpPr>
          <p:cNvPr id="30" name="rule-0248">
            <a:extLst xmlns:a="http://schemas.openxmlformats.org/drawingml/2006/main">
              <a:ext uri="{FF2B5EF4-FFF2-40B4-BE49-F238E27FC236}">
                <a16:creationId xmlns:a16="http://schemas.microsoft.com/office/drawing/2014/main" id="{CB4B9C16-157D-48B7-9A4E-82E51BAD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910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249">
            <a:extLst xmlns:a="http://schemas.openxmlformats.org/drawingml/2006/main">
              <a:ext uri="{FF2B5EF4-FFF2-40B4-BE49-F238E27FC236}">
                <a16:creationId xmlns:a16="http://schemas.microsoft.com/office/drawing/2014/main" id="{7A52D8A7-9A03-4D80-A513-16878978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Mirage</a:t>
            </a:r>
          </a:p>
        </p:txBody>
      </p:sp>
      <p:sp>
        <p:nvSpPr>
          <p:cNvPr id="32" name="rule-0250">
            <a:extLst xmlns:a="http://schemas.openxmlformats.org/drawingml/2006/main">
              <a:ext uri="{FF2B5EF4-FFF2-40B4-BE49-F238E27FC236}">
                <a16:creationId xmlns:a16="http://schemas.microsoft.com/office/drawing/2014/main" id="{BFC12B12-9FB7-4708-A767-5D87FE9C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911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hape-0251">
            <a:extLst xmlns:a="http://schemas.openxmlformats.org/drawingml/2006/main">
              <a:ext uri="{FF2B5EF4-FFF2-40B4-BE49-F238E27FC236}">
                <a16:creationId xmlns:a16="http://schemas.microsoft.com/office/drawing/2014/main" id="{7F7DACCA-E60E-43BF-8CB4-6E0ED50A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33147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34" name="shape-0252">
            <a:extLst xmlns:a="http://schemas.openxmlformats.org/drawingml/2006/main">
              <a:ext uri="{FF2B5EF4-FFF2-40B4-BE49-F238E27FC236}">
                <a16:creationId xmlns:a16="http://schemas.microsoft.com/office/drawing/2014/main" id="{EBE24BDA-FB5B-4E6F-B13E-DBCB06B2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3314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0628a6bb489d">
            <a:extLst>
              <a:ext uri="{96DAC541-7B7A-43D3-8B79-37D633B846F1}">
                <asvg:svgBlip xmlns:asvg="http://schemas.microsoft.com/office/drawing/2016/SVG/main" r:embed="Rdb8d0806aaa840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48650" y="23622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6" name="text-0254">
            <a:extLst xmlns:a="http://schemas.openxmlformats.org/drawingml/2006/main">
              <a:ext uri="{FF2B5EF4-FFF2-40B4-BE49-F238E27FC236}">
                <a16:creationId xmlns:a16="http://schemas.microsoft.com/office/drawing/2014/main" id="{EBFE6EE7-B1F1-4416-BCA8-7C072D4D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86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SENSE</a:t>
            </a:r>
          </a:p>
        </p:txBody>
      </p:sp>
      <p:sp>
        <p:nvSpPr>
          <p:cNvPr id="37" name="text-0255">
            <a:extLst xmlns:a="http://schemas.openxmlformats.org/drawingml/2006/main">
              <a:ext uri="{FF2B5EF4-FFF2-40B4-BE49-F238E27FC236}">
                <a16:creationId xmlns:a16="http://schemas.microsoft.com/office/drawing/2014/main" id="{213E0E8C-06A1-421D-9132-7F70AC94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感知</a:t>
            </a:r>
          </a:p>
        </p:txBody>
      </p:sp>
      <p:sp>
        <p:nvSpPr>
          <p:cNvPr id="38" name="text-0256">
            <a:extLst xmlns:a="http://schemas.openxmlformats.org/drawingml/2006/main">
              <a:ext uri="{FF2B5EF4-FFF2-40B4-BE49-F238E27FC236}">
                <a16:creationId xmlns:a16="http://schemas.microsoft.com/office/drawing/2014/main" id="{E25B327D-0EBC-447B-BDF5-3B102E52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Radar</a:t>
            </a:r>
          </a:p>
        </p:txBody>
      </p:sp>
      <p:sp>
        <p:nvSpPr>
          <p:cNvPr id="39" name="rule-0257">
            <a:extLst xmlns:a="http://schemas.openxmlformats.org/drawingml/2006/main">
              <a:ext uri="{FF2B5EF4-FFF2-40B4-BE49-F238E27FC236}">
                <a16:creationId xmlns:a16="http://schemas.microsoft.com/office/drawing/2014/main" id="{B2375BE0-5E71-47BE-B599-8E46117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0258">
            <a:extLst xmlns:a="http://schemas.openxmlformats.org/drawingml/2006/main">
              <a:ext uri="{FF2B5EF4-FFF2-40B4-BE49-F238E27FC236}">
                <a16:creationId xmlns:a16="http://schemas.microsoft.com/office/drawing/2014/main" id="{A66A1EC9-95E3-472D-8024-C57E80F8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Revive</a:t>
            </a:r>
          </a:p>
        </p:txBody>
      </p:sp>
      <p:sp>
        <p:nvSpPr>
          <p:cNvPr id="41" name="rule-0259">
            <a:extLst xmlns:a="http://schemas.openxmlformats.org/drawingml/2006/main">
              <a:ext uri="{FF2B5EF4-FFF2-40B4-BE49-F238E27FC236}">
                <a16:creationId xmlns:a16="http://schemas.microsoft.com/office/drawing/2014/main" id="{8F760D58-8CD2-430A-94F4-369D9EDE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10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0260">
            <a:extLst xmlns:a="http://schemas.openxmlformats.org/drawingml/2006/main">
              <a:ext uri="{FF2B5EF4-FFF2-40B4-BE49-F238E27FC236}">
                <a16:creationId xmlns:a16="http://schemas.microsoft.com/office/drawing/2014/main" id="{6B4D6366-1368-4C0E-ACF9-008A9CBA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違う局面で使うから、選択の意味が見える。</a:t>
            </a:r>
          </a:p>
        </p:txBody>
      </p:sp>
    </p:spTree>
    <p:extLst>
      <p:ext uri="{BB962C8B-B14F-4D97-AF65-F5344CB8AC3E}">
        <p14:creationId xmlns:p14="http://schemas.microsoft.com/office/powerpoint/2010/main" val="21384592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261">
            <a:extLst xmlns:a="http://schemas.openxmlformats.org/drawingml/2006/main">
              <a:ext uri="{FF2B5EF4-FFF2-40B4-BE49-F238E27FC236}">
                <a16:creationId xmlns:a16="http://schemas.microsoft.com/office/drawing/2014/main" id="{4CB8E400-D4CF-46B7-8174-0498C05F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06 / FEATURE 2 — MINIGAMES</a:t>
            </a:r>
          </a:p>
        </p:txBody>
      </p:sp>
      <p:sp>
        <p:nvSpPr>
          <p:cNvPr id="2" name="text-0262">
            <a:extLst xmlns:a="http://schemas.openxmlformats.org/drawingml/2006/main">
              <a:ext uri="{FF2B5EF4-FFF2-40B4-BE49-F238E27FC236}">
                <a16:creationId xmlns:a16="http://schemas.microsoft.com/office/drawing/2014/main" id="{E3FD9181-142B-47F7-B11A-DCCA8DB9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263">
            <a:extLst xmlns:a="http://schemas.openxmlformats.org/drawingml/2006/main">
              <a:ext uri="{FF2B5EF4-FFF2-40B4-BE49-F238E27FC236}">
                <a16:creationId xmlns:a16="http://schemas.microsoft.com/office/drawing/2014/main" id="{40A49B92-8C53-41E6-B194-106DB2D9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4" name="accent-rail-0264">
            <a:extLst xmlns:a="http://schemas.openxmlformats.org/drawingml/2006/main">
              <a:ext uri="{FF2B5EF4-FFF2-40B4-BE49-F238E27FC236}">
                <a16:creationId xmlns:a16="http://schemas.microsoft.com/office/drawing/2014/main" id="{C8A05516-7193-49DF-974E-2FCED48D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265">
            <a:extLst xmlns:a="http://schemas.openxmlformats.org/drawingml/2006/main">
              <a:ext uri="{FF2B5EF4-FFF2-40B4-BE49-F238E27FC236}">
                <a16:creationId xmlns:a16="http://schemas.microsoft.com/office/drawing/2014/main" id="{7237A623-4677-4306-8706-F8FEDCA3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ミニゲームごとに、同じスキルの価値を変える</a:t>
            </a:r>
          </a:p>
        </p:txBody>
      </p:sp>
      <p:sp>
        <p:nvSpPr>
          <p:cNvPr id="6" name="rule-0266">
            <a:extLst xmlns:a="http://schemas.openxmlformats.org/drawingml/2006/main">
              <a:ext uri="{FF2B5EF4-FFF2-40B4-BE49-F238E27FC236}">
                <a16:creationId xmlns:a16="http://schemas.microsoft.com/office/drawing/2014/main" id="{DBAD550D-4F7F-46C4-9689-B8935AF4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267">
            <a:extLst xmlns:a="http://schemas.openxmlformats.org/drawingml/2006/main">
              <a:ext uri="{FF2B5EF4-FFF2-40B4-BE49-F238E27FC236}">
                <a16:creationId xmlns:a16="http://schemas.microsoft.com/office/drawing/2014/main" id="{675D4A9E-1421-4096-ACE7-61317208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6248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8" name="shape-0268">
            <a:extLst xmlns:a="http://schemas.openxmlformats.org/drawingml/2006/main">
              <a:ext uri="{FF2B5EF4-FFF2-40B4-BE49-F238E27FC236}">
                <a16:creationId xmlns:a16="http://schemas.microsoft.com/office/drawing/2014/main" id="{47F38CFD-F550-45B1-8CB2-F86C791B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69">
            <a:extLst xmlns:a="http://schemas.openxmlformats.org/drawingml/2006/main">
              <a:ext uri="{FF2B5EF4-FFF2-40B4-BE49-F238E27FC236}">
                <a16:creationId xmlns:a16="http://schemas.microsoft.com/office/drawing/2014/main" id="{B5FA23EE-11F0-4B21-A9A4-9CBA2801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縮む島</a:t>
            </a:r>
          </a:p>
        </p:txBody>
      </p:sp>
      <p:sp>
        <p:nvSpPr>
          <p:cNvPr id="10" name="text-0270">
            <a:extLst xmlns:a="http://schemas.openxmlformats.org/drawingml/2006/main">
              <a:ext uri="{FF2B5EF4-FFF2-40B4-BE49-F238E27FC236}">
                <a16:creationId xmlns:a16="http://schemas.microsoft.com/office/drawing/2014/main" id="{89C389C3-F1A0-40DA-9440-497C38A9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28850"/>
            <a:ext cx="4362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床が消える。狭い合流点で押し出しが起きる。</a:t>
            </a:r>
          </a:p>
        </p:txBody>
      </p:sp>
      <p:sp>
        <p:nvSpPr>
          <p:cNvPr id="11" name="shape-0271">
            <a:extLst xmlns:a="http://schemas.openxmlformats.org/drawingml/2006/main">
              <a:ext uri="{FF2B5EF4-FFF2-40B4-BE49-F238E27FC236}">
                <a16:creationId xmlns:a16="http://schemas.microsoft.com/office/drawing/2014/main" id="{B486D858-47ED-4F9C-B798-ED3ADD66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6248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2" name="shape-0272">
            <a:extLst xmlns:a="http://schemas.openxmlformats.org/drawingml/2006/main">
              <a:ext uri="{FF2B5EF4-FFF2-40B4-BE49-F238E27FC236}">
                <a16:creationId xmlns:a16="http://schemas.microsoft.com/office/drawing/2014/main" id="{28640BEB-E161-48AE-AEE0-5C049C31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73">
            <a:extLst xmlns:a="http://schemas.openxmlformats.org/drawingml/2006/main">
              <a:ext uri="{FF2B5EF4-FFF2-40B4-BE49-F238E27FC236}">
                <a16:creationId xmlns:a16="http://schemas.microsoft.com/office/drawing/2014/main" id="{EC600D5E-16F4-4660-A61A-B3529912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爆弾鬼</a:t>
            </a:r>
          </a:p>
        </p:txBody>
      </p:sp>
      <p:sp>
        <p:nvSpPr>
          <p:cNvPr id="14" name="text-0274">
            <a:extLst xmlns:a="http://schemas.openxmlformats.org/drawingml/2006/main">
              <a:ext uri="{FF2B5EF4-FFF2-40B4-BE49-F238E27FC236}">
                <a16:creationId xmlns:a16="http://schemas.microsoft.com/office/drawing/2014/main" id="{3C4EC677-CF20-4C7E-9B03-17854600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4362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爆弾を渡す。追う・逃げる・妨害する判断が切り替わる。</a:t>
            </a:r>
          </a:p>
        </p:txBody>
      </p:sp>
      <p:sp>
        <p:nvSpPr>
          <p:cNvPr id="15" name="shape-0275">
            <a:extLst xmlns:a="http://schemas.openxmlformats.org/drawingml/2006/main">
              <a:ext uri="{FF2B5EF4-FFF2-40B4-BE49-F238E27FC236}">
                <a16:creationId xmlns:a16="http://schemas.microsoft.com/office/drawing/2014/main" id="{AFE4DCD8-17E4-4298-91C9-513D40BD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6248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6" name="shape-0276">
            <a:extLst xmlns:a="http://schemas.openxmlformats.org/drawingml/2006/main">
              <a:ext uri="{FF2B5EF4-FFF2-40B4-BE49-F238E27FC236}">
                <a16:creationId xmlns:a16="http://schemas.microsoft.com/office/drawing/2014/main" id="{3656570D-9DB6-4707-A772-3DE0D32B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277">
            <a:extLst xmlns:a="http://schemas.openxmlformats.org/drawingml/2006/main">
              <a:ext uri="{FF2B5EF4-FFF2-40B4-BE49-F238E27FC236}">
                <a16:creationId xmlns:a16="http://schemas.microsoft.com/office/drawing/2014/main" id="{A78D98F6-ABCB-4E36-B358-976D8291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しっぽ狩り</a:t>
            </a:r>
          </a:p>
        </p:txBody>
      </p:sp>
      <p:sp>
        <p:nvSpPr>
          <p:cNvPr id="18" name="text-0278">
            <a:extLst xmlns:a="http://schemas.openxmlformats.org/drawingml/2006/main">
              <a:ext uri="{FF2B5EF4-FFF2-40B4-BE49-F238E27FC236}">
                <a16:creationId xmlns:a16="http://schemas.microsoft.com/office/drawing/2014/main" id="{073AA251-ED6E-4DCA-96D0-17F14DA1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4362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軌跡を切る。ルート選択と速度差が勝敗になる。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d6a45c1bc4a55"/>
          <a:srcRect xmlns:a="http://schemas.openxmlformats.org/drawingml/2006/main" l="21011" t="0" r="210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114550"/>
            <a:ext cx="4229100" cy="3067050"/>
          </a:xfrm>
          <a:prstGeom xmlns:a="http://schemas.openxmlformats.org/drawingml/2006/main" prst="rect">
            <a:avLst/>
          </a:prstGeom>
        </p:spPr>
      </p:pic>
      <p:sp>
        <p:nvSpPr>
          <p:cNvPr id="20" name="image-border-0280">
            <a:extLst xmlns:a="http://schemas.openxmlformats.org/drawingml/2006/main">
              <a:ext uri="{FF2B5EF4-FFF2-40B4-BE49-F238E27FC236}">
                <a16:creationId xmlns:a16="http://schemas.microsoft.com/office/drawing/2014/main" id="{9F1D5138-87BA-4DC4-822B-8DF278E6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42291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0"/>
            </a:solidFill>
            <a:prstDash val="solid"/>
          </a:ln>
        </p:spPr>
      </p:sp>
      <p:sp>
        <p:nvSpPr>
          <p:cNvPr id="21" name="text-0281">
            <a:extLst xmlns:a="http://schemas.openxmlformats.org/drawingml/2006/main">
              <a:ext uri="{FF2B5EF4-FFF2-40B4-BE49-F238E27FC236}">
                <a16:creationId xmlns:a16="http://schemas.microsoft.com/office/drawing/2014/main" id="{CCEB595F-D071-4BAC-A5C1-A3BE87C9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149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現在の2.5Dアリーナブロックアウト</a:t>
            </a:r>
          </a:p>
        </p:txBody>
      </p:sp>
      <p:sp>
        <p:nvSpPr>
          <p:cNvPr id="22" name="text-0282">
            <a:extLst xmlns:a="http://schemas.openxmlformats.org/drawingml/2006/main">
              <a:ext uri="{FF2B5EF4-FFF2-40B4-BE49-F238E27FC236}">
                <a16:creationId xmlns:a16="http://schemas.microsoft.com/office/drawing/2014/main" id="{AFF7C6C3-6335-4A50-A86D-229C844E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ルールが変わるたび、同じビルドの強みと弱みが入れ替わる。</a:t>
            </a:r>
          </a:p>
        </p:txBody>
      </p:sp>
    </p:spTree>
    <p:extLst>
      <p:ext uri="{BB962C8B-B14F-4D97-AF65-F5344CB8AC3E}">
        <p14:creationId xmlns:p14="http://schemas.microsoft.com/office/powerpoint/2010/main" val="1201747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283">
            <a:extLst xmlns:a="http://schemas.openxmlformats.org/drawingml/2006/main">
              <a:ext uri="{FF2B5EF4-FFF2-40B4-BE49-F238E27FC236}">
                <a16:creationId xmlns:a16="http://schemas.microsoft.com/office/drawing/2014/main" id="{43D4372A-04CE-4312-B428-6247208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06 / FEATURE 3 — ARENA</a:t>
            </a:r>
          </a:p>
        </p:txBody>
      </p:sp>
      <p:sp>
        <p:nvSpPr>
          <p:cNvPr id="2" name="text-0284">
            <a:extLst xmlns:a="http://schemas.openxmlformats.org/drawingml/2006/main">
              <a:ext uri="{FF2B5EF4-FFF2-40B4-BE49-F238E27FC236}">
                <a16:creationId xmlns:a16="http://schemas.microsoft.com/office/drawing/2014/main" id="{A0A7F9A4-B942-484B-BDC6-129A03BB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285">
            <a:extLst xmlns:a="http://schemas.openxmlformats.org/drawingml/2006/main">
              <a:ext uri="{FF2B5EF4-FFF2-40B4-BE49-F238E27FC236}">
                <a16:creationId xmlns:a16="http://schemas.microsoft.com/office/drawing/2014/main" id="{DB1494F8-290F-426F-B3CD-4588360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4" name="accent-rail-0286">
            <a:extLst xmlns:a="http://schemas.openxmlformats.org/drawingml/2006/main">
              <a:ext uri="{FF2B5EF4-FFF2-40B4-BE49-F238E27FC236}">
                <a16:creationId xmlns:a16="http://schemas.microsoft.com/office/drawing/2014/main" id="{90964E01-FED5-44D6-8C91-4483220C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287">
            <a:extLst xmlns:a="http://schemas.openxmlformats.org/drawingml/2006/main">
              <a:ext uri="{FF2B5EF4-FFF2-40B4-BE49-F238E27FC236}">
                <a16:creationId xmlns:a16="http://schemas.microsoft.com/office/drawing/2014/main" id="{8C3AF412-E360-4115-B087-2B963F9A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ステージは広げず、衝突点を見せる</a:t>
            </a:r>
          </a:p>
        </p:txBody>
      </p:sp>
      <p:sp>
        <p:nvSpPr>
          <p:cNvPr id="6" name="rule-0288">
            <a:extLst xmlns:a="http://schemas.openxmlformats.org/drawingml/2006/main">
              <a:ext uri="{FF2B5EF4-FFF2-40B4-BE49-F238E27FC236}">
                <a16:creationId xmlns:a16="http://schemas.microsoft.com/office/drawing/2014/main" id="{13BA5DDF-6DC2-4928-8B16-46DE8177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289">
            <a:extLst xmlns:a="http://schemas.openxmlformats.org/drawingml/2006/main">
              <a:ext uri="{FF2B5EF4-FFF2-40B4-BE49-F238E27FC236}">
                <a16:creationId xmlns:a16="http://schemas.microsoft.com/office/drawing/2014/main" id="{6B64C556-DD14-4004-8B2F-F478E572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text-0290">
            <a:extLst xmlns:a="http://schemas.openxmlformats.org/drawingml/2006/main">
              <a:ext uri="{FF2B5EF4-FFF2-40B4-BE49-F238E27FC236}">
                <a16:creationId xmlns:a16="http://schemas.microsoft.com/office/drawing/2014/main" id="{9640E1DE-F241-416C-BBB6-DBEDC2EF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288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強制合流</a:t>
            </a:r>
          </a:p>
        </p:txBody>
      </p:sp>
      <p:sp>
        <p:nvSpPr>
          <p:cNvPr id="9" name="text-0291">
            <a:extLst xmlns:a="http://schemas.openxmlformats.org/drawingml/2006/main">
              <a:ext uri="{FF2B5EF4-FFF2-40B4-BE49-F238E27FC236}">
                <a16:creationId xmlns:a16="http://schemas.microsoft.com/office/drawing/2014/main" id="{7898828D-18E5-42CF-81FE-46346BC0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669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左右の足場から同じ通路へ集める</a:t>
            </a:r>
          </a:p>
        </p:txBody>
      </p:sp>
      <p:sp>
        <p:nvSpPr>
          <p:cNvPr id="10" name="rule-0292">
            <a:extLst xmlns:a="http://schemas.openxmlformats.org/drawingml/2006/main">
              <a:ext uri="{FF2B5EF4-FFF2-40B4-BE49-F238E27FC236}">
                <a16:creationId xmlns:a16="http://schemas.microsoft.com/office/drawing/2014/main" id="{0E9BCD46-BD59-42EC-B1FB-63301D5D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93">
            <a:extLst xmlns:a="http://schemas.openxmlformats.org/drawingml/2006/main">
              <a:ext uri="{FF2B5EF4-FFF2-40B4-BE49-F238E27FC236}">
                <a16:creationId xmlns:a16="http://schemas.microsoft.com/office/drawing/2014/main" id="{C7B3AFED-F846-4920-BA87-5CE0E270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text-0294">
            <a:extLst xmlns:a="http://schemas.openxmlformats.org/drawingml/2006/main">
              <a:ext uri="{FF2B5EF4-FFF2-40B4-BE49-F238E27FC236}">
                <a16:creationId xmlns:a16="http://schemas.microsoft.com/office/drawing/2014/main" id="{38D6E184-202B-4E52-AEA7-455E0E37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337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中央争奪</a:t>
            </a:r>
          </a:p>
        </p:txBody>
      </p:sp>
      <p:sp>
        <p:nvSpPr>
          <p:cNvPr id="13" name="text-0295">
            <a:extLst xmlns:a="http://schemas.openxmlformats.org/drawingml/2006/main">
              <a:ext uri="{FF2B5EF4-FFF2-40B4-BE49-F238E27FC236}">
                <a16:creationId xmlns:a16="http://schemas.microsoft.com/office/drawing/2014/main" id="{0EBA757B-182B-4F74-B00E-6FEF74B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71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安全地帯ではなく、奪う理由を置く</a:t>
            </a:r>
          </a:p>
        </p:txBody>
      </p:sp>
      <p:sp>
        <p:nvSpPr>
          <p:cNvPr id="14" name="rule-0296">
            <a:extLst xmlns:a="http://schemas.openxmlformats.org/drawingml/2006/main">
              <a:ext uri="{FF2B5EF4-FFF2-40B4-BE49-F238E27FC236}">
                <a16:creationId xmlns:a16="http://schemas.microsoft.com/office/drawing/2014/main" id="{0A935493-F069-4338-8F28-2D5E4BB4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297">
            <a:extLst xmlns:a="http://schemas.openxmlformats.org/drawingml/2006/main">
              <a:ext uri="{FF2B5EF4-FFF2-40B4-BE49-F238E27FC236}">
                <a16:creationId xmlns:a16="http://schemas.microsoft.com/office/drawing/2014/main" id="{480F9CB4-2CDA-469B-8255-B829EEDF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6" name="text-0298">
            <a:extLst xmlns:a="http://schemas.openxmlformats.org/drawingml/2006/main">
              <a:ext uri="{FF2B5EF4-FFF2-40B4-BE49-F238E27FC236}">
                <a16:creationId xmlns:a16="http://schemas.microsoft.com/office/drawing/2014/main" id="{B798A335-1560-4AF2-851E-43543860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復帰</a:t>
            </a:r>
          </a:p>
        </p:txBody>
      </p:sp>
      <p:sp>
        <p:nvSpPr>
          <p:cNvPr id="17" name="text-0299">
            <a:extLst xmlns:a="http://schemas.openxmlformats.org/drawingml/2006/main">
              <a:ext uri="{FF2B5EF4-FFF2-40B4-BE49-F238E27FC236}">
                <a16:creationId xmlns:a16="http://schemas.microsoft.com/office/drawing/2014/main" id="{DD889716-2D71-42C3-95D2-3DBA4FA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落下後も同じ争点へ戻し、試合を切らさない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6a78aee144c5f"/>
          <a:srcRect xmlns:a="http://schemas.openxmlformats.org/drawingml/2006/main" l="0" t="2309" r="0" b="2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981200"/>
            <a:ext cx="6667500" cy="3676650"/>
          </a:xfrm>
          <a:prstGeom xmlns:a="http://schemas.openxmlformats.org/drawingml/2006/main" prst="rect">
            <a:avLst/>
          </a:prstGeom>
        </p:spPr>
      </p:pic>
      <p:sp>
        <p:nvSpPr>
          <p:cNvPr id="19" name="image-border-0301">
            <a:extLst xmlns:a="http://schemas.openxmlformats.org/drawingml/2006/main">
              <a:ext uri="{FF2B5EF4-FFF2-40B4-BE49-F238E27FC236}">
                <a16:creationId xmlns:a16="http://schemas.microsoft.com/office/drawing/2014/main" id="{269CB470-1511-45B5-99BD-C8034F54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66675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0"/>
            </a:solidFill>
            <a:prstDash val="solid"/>
          </a:ln>
        </p:spPr>
      </p:sp>
      <p:sp>
        <p:nvSpPr>
          <p:cNvPr id="20" name="text-0302">
            <a:extLst xmlns:a="http://schemas.openxmlformats.org/drawingml/2006/main">
              <a:ext uri="{FF2B5EF4-FFF2-40B4-BE49-F238E27FC236}">
                <a16:creationId xmlns:a16="http://schemas.microsoft.com/office/drawing/2014/main" id="{7A76EA63-5662-449B-87CC-BD7B856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灰色ブロック段階。ゲームカメラの最終フレーミングとキャラ縮尺は検証中。</a:t>
            </a:r>
          </a:p>
        </p:txBody>
      </p:sp>
    </p:spTree>
    <p:extLst>
      <p:ext uri="{BB962C8B-B14F-4D97-AF65-F5344CB8AC3E}">
        <p14:creationId xmlns:p14="http://schemas.microsoft.com/office/powerpoint/2010/main" val="15662495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303">
            <a:extLst xmlns:a="http://schemas.openxmlformats.org/drawingml/2006/main">
              <a:ext uri="{FF2B5EF4-FFF2-40B4-BE49-F238E27FC236}">
                <a16:creationId xmlns:a16="http://schemas.microsoft.com/office/drawing/2014/main" id="{2041B735-2B89-4651-8C98-7E906414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07 / TECHNICAL SYSTEM</a:t>
            </a:r>
          </a:p>
        </p:txBody>
      </p:sp>
      <p:sp>
        <p:nvSpPr>
          <p:cNvPr id="2" name="text-0304">
            <a:extLst xmlns:a="http://schemas.openxmlformats.org/drawingml/2006/main">
              <a:ext uri="{FF2B5EF4-FFF2-40B4-BE49-F238E27FC236}">
                <a16:creationId xmlns:a16="http://schemas.microsoft.com/office/drawing/2014/main" id="{A230E6D0-A6FA-4DC3-B827-33294B7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305">
            <a:extLst xmlns:a="http://schemas.openxmlformats.org/drawingml/2006/main">
              <a:ext uri="{FF2B5EF4-FFF2-40B4-BE49-F238E27FC236}">
                <a16:creationId xmlns:a16="http://schemas.microsoft.com/office/drawing/2014/main" id="{C27A4DD3-71C8-4E7F-B8DC-4A424DE1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4" name="accent-rail-0306">
            <a:extLst xmlns:a="http://schemas.openxmlformats.org/drawingml/2006/main">
              <a:ext uri="{FF2B5EF4-FFF2-40B4-BE49-F238E27FC236}">
                <a16:creationId xmlns:a16="http://schemas.microsoft.com/office/drawing/2014/main" id="{085AECD6-B00E-44F5-9B46-0FF63CD0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307">
            <a:extLst xmlns:a="http://schemas.openxmlformats.org/drawingml/2006/main">
              <a:ext uri="{FF2B5EF4-FFF2-40B4-BE49-F238E27FC236}">
                <a16:creationId xmlns:a16="http://schemas.microsoft.com/office/drawing/2014/main" id="{C4D87BB6-E272-4587-9C9D-BFDB82AD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操作はC++、調整はBlueprint、編集はMCP</a:t>
            </a:r>
          </a:p>
        </p:txBody>
      </p:sp>
      <p:sp>
        <p:nvSpPr>
          <p:cNvPr id="6" name="rule-0308">
            <a:extLst xmlns:a="http://schemas.openxmlformats.org/drawingml/2006/main">
              <a:ext uri="{FF2B5EF4-FFF2-40B4-BE49-F238E27FC236}">
                <a16:creationId xmlns:a16="http://schemas.microsoft.com/office/drawing/2014/main" id="{4809DF26-5EA7-4DD2-B866-9E27631E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309">
            <a:extLst xmlns:a="http://schemas.openxmlformats.org/drawingml/2006/main">
              <a:ext uri="{FF2B5EF4-FFF2-40B4-BE49-F238E27FC236}">
                <a16:creationId xmlns:a16="http://schemas.microsoft.com/office/drawing/2014/main" id="{8E1A34E5-D229-4C8D-B82B-2AB221BB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8" name="shape-0310">
            <a:extLst xmlns:a="http://schemas.openxmlformats.org/drawingml/2006/main">
              <a:ext uri="{FF2B5EF4-FFF2-40B4-BE49-F238E27FC236}">
                <a16:creationId xmlns:a16="http://schemas.microsoft.com/office/drawing/2014/main" id="{DAADE0BC-5FD2-4A49-980D-906E9A72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a2bfc7daf40b3">
            <a:extLst>
              <a:ext uri="{96DAC541-7B7A-43D3-8B79-37D633B846F1}">
                <asvg:svgBlip xmlns:asvg="http://schemas.microsoft.com/office/drawing/2016/SVG/main" r:embed="R23f08042861248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2609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0" name="text-0312">
            <a:extLst xmlns:a="http://schemas.openxmlformats.org/drawingml/2006/main">
              <a:ext uri="{FF2B5EF4-FFF2-40B4-BE49-F238E27FC236}">
                <a16:creationId xmlns:a16="http://schemas.microsoft.com/office/drawing/2014/main" id="{D0A06596-DE23-40B4-AC45-BE35B95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INPUT</a:t>
            </a:r>
          </a:p>
        </p:txBody>
      </p:sp>
      <p:sp>
        <p:nvSpPr>
          <p:cNvPr id="11" name="text-0313">
            <a:extLst xmlns:a="http://schemas.openxmlformats.org/drawingml/2006/main">
              <a:ext uri="{FF2B5EF4-FFF2-40B4-BE49-F238E27FC236}">
                <a16:creationId xmlns:a16="http://schemas.microsoft.com/office/drawing/2014/main" id="{EAF1DC74-2440-4FCE-AEF5-2CD195A1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Keyboard / Gamepad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9ce60b4f64a61">
            <a:extLst>
              <a:ext uri="{96DAC541-7B7A-43D3-8B79-37D633B846F1}">
                <asvg:svgBlip xmlns:asvg="http://schemas.microsoft.com/office/drawing/2016/SVG/main" r:embed="R6c9bd97b3e114a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4650" y="3009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3" name="shape-0315">
            <a:extLst xmlns:a="http://schemas.openxmlformats.org/drawingml/2006/main">
              <a:ext uri="{FF2B5EF4-FFF2-40B4-BE49-F238E27FC236}">
                <a16:creationId xmlns:a16="http://schemas.microsoft.com/office/drawing/2014/main" id="{933D6EC2-C1EF-4523-8EAD-A5BC077A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4" name="shape-0316">
            <a:extLst xmlns:a="http://schemas.openxmlformats.org/drawingml/2006/main">
              <a:ext uri="{FF2B5EF4-FFF2-40B4-BE49-F238E27FC236}">
                <a16:creationId xmlns:a16="http://schemas.microsoft.com/office/drawing/2014/main" id="{4F1CCACD-51E0-460B-BE09-9191525F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52e29a91146c4">
            <a:extLst>
              <a:ext uri="{96DAC541-7B7A-43D3-8B79-37D633B846F1}">
                <asvg:svgBlip xmlns:asvg="http://schemas.microsoft.com/office/drawing/2016/SVG/main" r:embed="R2d4db86092fc4c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81400" y="2609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6" name="text-0318">
            <a:extLst xmlns:a="http://schemas.openxmlformats.org/drawingml/2006/main">
              <a:ext uri="{FF2B5EF4-FFF2-40B4-BE49-F238E27FC236}">
                <a16:creationId xmlns:a16="http://schemas.microsoft.com/office/drawing/2014/main" id="{577753AD-499B-4C99-BFB0-98C682D9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908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C++ CORE</a:t>
            </a:r>
          </a:p>
        </p:txBody>
      </p:sp>
      <p:sp>
        <p:nvSpPr>
          <p:cNvPr id="17" name="text-0319">
            <a:extLst xmlns:a="http://schemas.openxmlformats.org/drawingml/2006/main">
              <a:ext uri="{FF2B5EF4-FFF2-40B4-BE49-F238E27FC236}">
                <a16:creationId xmlns:a16="http://schemas.microsoft.com/office/drawing/2014/main" id="{98085011-FD21-490C-BA70-F27DDB11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Plane lock / Jump / Dash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0662a8b994f9d">
            <a:extLst>
              <a:ext uri="{96DAC541-7B7A-43D3-8B79-37D633B846F1}">
                <asvg:svgBlip xmlns:asvg="http://schemas.microsoft.com/office/drawing/2016/SVG/main" r:embed="R75af00ed95d949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95950" y="3009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9" name="shape-0321">
            <a:extLst xmlns:a="http://schemas.openxmlformats.org/drawingml/2006/main">
              <a:ext uri="{FF2B5EF4-FFF2-40B4-BE49-F238E27FC236}">
                <a16:creationId xmlns:a16="http://schemas.microsoft.com/office/drawing/2014/main" id="{1F69A1AC-05D7-4D0C-BA6C-28D52140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0" name="shape-0322">
            <a:extLst xmlns:a="http://schemas.openxmlformats.org/drawingml/2006/main">
              <a:ext uri="{FF2B5EF4-FFF2-40B4-BE49-F238E27FC236}">
                <a16:creationId xmlns:a16="http://schemas.microsoft.com/office/drawing/2014/main" id="{462A0F0D-CD1C-4374-9161-CC601235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8601b80a84ad5">
            <a:extLst>
              <a:ext uri="{96DAC541-7B7A-43D3-8B79-37D633B846F1}">
                <asvg:svgBlip xmlns:asvg="http://schemas.microsoft.com/office/drawing/2016/SVG/main" r:embed="Re251def2c7794b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2700" y="2609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2" name="text-0324">
            <a:extLst xmlns:a="http://schemas.openxmlformats.org/drawingml/2006/main">
              <a:ext uri="{FF2B5EF4-FFF2-40B4-BE49-F238E27FC236}">
                <a16:creationId xmlns:a16="http://schemas.microsoft.com/office/drawing/2014/main" id="{0AA863B7-D888-4D69-9313-2996431D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BLUEPRINT</a:t>
            </a:r>
          </a:p>
        </p:txBody>
      </p:sp>
      <p:sp>
        <p:nvSpPr>
          <p:cNvPr id="23" name="text-0325">
            <a:extLst xmlns:a="http://schemas.openxmlformats.org/drawingml/2006/main">
              <a:ext uri="{FF2B5EF4-FFF2-40B4-BE49-F238E27FC236}">
                <a16:creationId xmlns:a16="http://schemas.microsoft.com/office/drawing/2014/main" id="{07E29E08-C2D4-4D56-ACF2-D35C805E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Eggybot / Config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2286f868842f2">
            <a:extLst>
              <a:ext uri="{96DAC541-7B7A-43D3-8B79-37D633B846F1}">
                <asvg:svgBlip xmlns:asvg="http://schemas.microsoft.com/office/drawing/2016/SVG/main" r:embed="R588cc4d3a4f54a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77250" y="3009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5" name="shape-0327">
            <a:extLst xmlns:a="http://schemas.openxmlformats.org/drawingml/2006/main">
              <a:ext uri="{FF2B5EF4-FFF2-40B4-BE49-F238E27FC236}">
                <a16:creationId xmlns:a16="http://schemas.microsoft.com/office/drawing/2014/main" id="{6ADFDA68-D893-42A5-B7F3-6AFC5D4B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266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6" name="shape-0328">
            <a:extLst xmlns:a="http://schemas.openxmlformats.org/drawingml/2006/main">
              <a:ext uri="{FF2B5EF4-FFF2-40B4-BE49-F238E27FC236}">
                <a16:creationId xmlns:a16="http://schemas.microsoft.com/office/drawing/2014/main" id="{90F4D51F-1571-4CC5-924B-350F9017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a632b3a194e07">
            <a:extLst>
              <a:ext uri="{96DAC541-7B7A-43D3-8B79-37D633B846F1}">
                <asvg:svgBlip xmlns:asvg="http://schemas.microsoft.com/office/drawing/2016/SVG/main" r:embed="R0adcd0881acb42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0" y="2609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8" name="text-0330">
            <a:extLst xmlns:a="http://schemas.openxmlformats.org/drawingml/2006/main">
              <a:ext uri="{FF2B5EF4-FFF2-40B4-BE49-F238E27FC236}">
                <a16:creationId xmlns:a16="http://schemas.microsoft.com/office/drawing/2014/main" id="{A9C4C99C-3301-45C9-874D-38A9B6A8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908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SHARED VIEW</a:t>
            </a:r>
          </a:p>
        </p:txBody>
      </p:sp>
      <p:sp>
        <p:nvSpPr>
          <p:cNvPr id="29" name="text-0331">
            <a:extLst xmlns:a="http://schemas.openxmlformats.org/drawingml/2006/main">
              <a:ext uri="{FF2B5EF4-FFF2-40B4-BE49-F238E27FC236}">
                <a16:creationId xmlns:a16="http://schemas.microsoft.com/office/drawing/2014/main" id="{62BD98B9-F1B2-466B-98A7-BED26BE2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2.5D Arena Camera</a:t>
            </a:r>
          </a:p>
        </p:txBody>
      </p:sp>
      <p:sp>
        <p:nvSpPr>
          <p:cNvPr id="30" name="shape-0332">
            <a:extLst xmlns:a="http://schemas.openxmlformats.org/drawingml/2006/main">
              <a:ext uri="{FF2B5EF4-FFF2-40B4-BE49-F238E27FC236}">
                <a16:creationId xmlns:a16="http://schemas.microsoft.com/office/drawing/2014/main" id="{96A9A3BE-AD8A-4656-BF11-6A5628C5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610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7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1b0ca601a46f4">
            <a:extLst>
              <a:ext uri="{96DAC541-7B7A-43D3-8B79-37D633B846F1}">
                <asvg:svgBlip xmlns:asvg="http://schemas.microsoft.com/office/drawing/2016/SVG/main" r:embed="R7a0c0fbdf75c4e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762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0334">
            <a:extLst xmlns:a="http://schemas.openxmlformats.org/drawingml/2006/main">
              <a:ext uri="{FF2B5EF4-FFF2-40B4-BE49-F238E27FC236}">
                <a16:creationId xmlns:a16="http://schemas.microsoft.com/office/drawing/2014/main" id="{9C3F7ADD-AB50-4A46-9954-04DD202A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UNREAL MCP / CODEX / CLAUDE</a:t>
            </a:r>
          </a:p>
        </p:txBody>
      </p:sp>
      <p:sp>
        <p:nvSpPr>
          <p:cNvPr id="33" name="text-0335">
            <a:extLst xmlns:a="http://schemas.openxmlformats.org/drawingml/2006/main">
              <a:ext uri="{FF2B5EF4-FFF2-40B4-BE49-F238E27FC236}">
                <a16:creationId xmlns:a16="http://schemas.microsoft.com/office/drawing/2014/main" id="{8BAE9A0E-FB50-418E-95E1-267BB625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482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Actor配置・ログ確認・設定変更をEditorへ接続し、1人開発の反復速度を上げる</a:t>
            </a:r>
          </a:p>
        </p:txBody>
      </p:sp>
      <p:sp>
        <p:nvSpPr>
          <p:cNvPr id="34" name="text-0336">
            <a:extLst xmlns:a="http://schemas.openxmlformats.org/drawingml/2006/main">
              <a:ext uri="{FF2B5EF4-FFF2-40B4-BE49-F238E27FC236}">
                <a16:creationId xmlns:a16="http://schemas.microsoft.com/office/drawing/2014/main" id="{0AF841B8-5863-4127-8F40-BF3B0B6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61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ゲームロジックと見た目の調整点を分け、壊れた時の原因を追える構成にする。</a:t>
            </a:r>
          </a:p>
        </p:txBody>
      </p:sp>
    </p:spTree>
    <p:extLst>
      <p:ext uri="{BB962C8B-B14F-4D97-AF65-F5344CB8AC3E}">
        <p14:creationId xmlns:p14="http://schemas.microsoft.com/office/powerpoint/2010/main" val="1548728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337">
            <a:extLst xmlns:a="http://schemas.openxmlformats.org/drawingml/2006/main">
              <a:ext uri="{FF2B5EF4-FFF2-40B4-BE49-F238E27FC236}">
                <a16:creationId xmlns:a16="http://schemas.microsoft.com/office/drawing/2014/main" id="{1C53B855-25F1-4D0A-B08B-07F347C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08 / CURRENT PROGRESS</a:t>
            </a:r>
          </a:p>
        </p:txBody>
      </p:sp>
      <p:sp>
        <p:nvSpPr>
          <p:cNvPr id="2" name="text-0338">
            <a:extLst xmlns:a="http://schemas.openxmlformats.org/drawingml/2006/main">
              <a:ext uri="{FF2B5EF4-FFF2-40B4-BE49-F238E27FC236}">
                <a16:creationId xmlns:a16="http://schemas.microsoft.com/office/drawing/2014/main" id="{CEB71349-72F5-482E-A81A-BDF8C6B3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339">
            <a:extLst xmlns:a="http://schemas.openxmlformats.org/drawingml/2006/main">
              <a:ext uri="{FF2B5EF4-FFF2-40B4-BE49-F238E27FC236}">
                <a16:creationId xmlns:a16="http://schemas.microsoft.com/office/drawing/2014/main" id="{FB0F72BA-6790-464D-9CF5-0DC6C27B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4" name="accent-rail-0340">
            <a:extLst xmlns:a="http://schemas.openxmlformats.org/drawingml/2006/main">
              <a:ext uri="{FF2B5EF4-FFF2-40B4-BE49-F238E27FC236}">
                <a16:creationId xmlns:a16="http://schemas.microsoft.com/office/drawing/2014/main" id="{F15315AC-C88E-446D-B80F-00232EDC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341">
            <a:extLst xmlns:a="http://schemas.openxmlformats.org/drawingml/2006/main">
              <a:ext uri="{FF2B5EF4-FFF2-40B4-BE49-F238E27FC236}">
                <a16:creationId xmlns:a16="http://schemas.microsoft.com/office/drawing/2014/main" id="{F4894184-9F28-4E4F-BC83-CCDD89BE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移行は“接続できた”から“遊べる”へ進み始めた</a:t>
            </a:r>
          </a:p>
        </p:txBody>
      </p:sp>
      <p:sp>
        <p:nvSpPr>
          <p:cNvPr id="6" name="rule-0342">
            <a:extLst xmlns:a="http://schemas.openxmlformats.org/drawingml/2006/main">
              <a:ext uri="{FF2B5EF4-FFF2-40B4-BE49-F238E27FC236}">
                <a16:creationId xmlns:a16="http://schemas.microsoft.com/office/drawing/2014/main" id="{4465B35C-28EB-4453-8018-3673101A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6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f20fe709f4c9b"/>
          <a:srcRect xmlns:a="http://schemas.openxmlformats.org/drawingml/2006/main" l="12487" t="0" r="124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19300"/>
            <a:ext cx="4400550" cy="3390900"/>
          </a:xfrm>
          <a:prstGeom xmlns:a="http://schemas.openxmlformats.org/drawingml/2006/main" prst="rect">
            <a:avLst/>
          </a:prstGeom>
        </p:spPr>
      </p:pic>
      <p:sp>
        <p:nvSpPr>
          <p:cNvPr id="8" name="image-border-0344">
            <a:extLst xmlns:a="http://schemas.openxmlformats.org/drawingml/2006/main">
              <a:ext uri="{FF2B5EF4-FFF2-40B4-BE49-F238E27FC236}">
                <a16:creationId xmlns:a16="http://schemas.microsoft.com/office/drawing/2014/main" id="{8E8A34E3-8B03-41BA-921A-2186FB55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44005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0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c026b17cd481c">
            <a:extLst>
              <a:ext uri="{96DAC541-7B7A-43D3-8B79-37D633B846F1}">
                <asvg:svgBlip xmlns:asvg="http://schemas.microsoft.com/office/drawing/2016/SVG/main" r:embed="R99576a2dfa7849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2124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" name="text-0346">
            <a:extLst xmlns:a="http://schemas.openxmlformats.org/drawingml/2006/main">
              <a:ext uri="{FF2B5EF4-FFF2-40B4-BE49-F238E27FC236}">
                <a16:creationId xmlns:a16="http://schemas.microsoft.com/office/drawing/2014/main" id="{D6EE196F-90F9-407B-B16C-3E53499F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MCP接続</a:t>
            </a:r>
          </a:p>
        </p:txBody>
      </p:sp>
      <p:sp>
        <p:nvSpPr>
          <p:cNvPr id="11" name="text-0347">
            <a:extLst xmlns:a="http://schemas.openxmlformats.org/drawingml/2006/main">
              <a:ext uri="{FF2B5EF4-FFF2-40B4-BE49-F238E27FC236}">
                <a16:creationId xmlns:a16="http://schemas.microsoft.com/office/drawing/2014/main" id="{2931643A-9986-45CF-851C-EF9892ED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確認済み</a:t>
            </a:r>
          </a:p>
        </p:txBody>
      </p:sp>
      <p:sp>
        <p:nvSpPr>
          <p:cNvPr id="12" name="rule-0348">
            <a:extLst xmlns:a="http://schemas.openxmlformats.org/drawingml/2006/main">
              <a:ext uri="{FF2B5EF4-FFF2-40B4-BE49-F238E27FC236}">
                <a16:creationId xmlns:a16="http://schemas.microsoft.com/office/drawing/2014/main" id="{EA009481-E635-434E-B2E1-BFF99CC3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146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2c8f119034a37">
            <a:extLst>
              <a:ext uri="{96DAC541-7B7A-43D3-8B79-37D633B846F1}">
                <asvg:svgBlip xmlns:asvg="http://schemas.microsoft.com/office/drawing/2016/SVG/main" r:embed="R75efab6a3fa546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27336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text-0350">
            <a:extLst xmlns:a="http://schemas.openxmlformats.org/drawingml/2006/main">
              <a:ext uri="{FF2B5EF4-FFF2-40B4-BE49-F238E27FC236}">
                <a16:creationId xmlns:a16="http://schemas.microsoft.com/office/drawing/2014/main" id="{3B69DCB9-05C5-4220-8E2D-1BECE116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Eggybot import</a:t>
            </a:r>
          </a:p>
        </p:txBody>
      </p:sp>
      <p:sp>
        <p:nvSpPr>
          <p:cNvPr id="15" name="text-0351">
            <a:extLst xmlns:a="http://schemas.openxmlformats.org/drawingml/2006/main">
              <a:ext uri="{FF2B5EF4-FFF2-40B4-BE49-F238E27FC236}">
                <a16:creationId xmlns:a16="http://schemas.microsoft.com/office/drawing/2014/main" id="{705F9094-5261-4039-A738-DF59E34B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確認済み</a:t>
            </a:r>
          </a:p>
        </p:txBody>
      </p:sp>
      <p:sp>
        <p:nvSpPr>
          <p:cNvPr id="16" name="rule-0352">
            <a:extLst xmlns:a="http://schemas.openxmlformats.org/drawingml/2006/main">
              <a:ext uri="{FF2B5EF4-FFF2-40B4-BE49-F238E27FC236}">
                <a16:creationId xmlns:a16="http://schemas.microsoft.com/office/drawing/2014/main" id="{FBB17330-8C8D-484F-9204-9BD65951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7ed6afea24763">
            <a:extLst>
              <a:ext uri="{96DAC541-7B7A-43D3-8B79-37D633B846F1}">
                <asvg:svgBlip xmlns:asvg="http://schemas.microsoft.com/office/drawing/2016/SVG/main" r:embed="R9de46491cdd241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3343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text-0354">
            <a:extLst xmlns:a="http://schemas.openxmlformats.org/drawingml/2006/main">
              <a:ext uri="{FF2B5EF4-FFF2-40B4-BE49-F238E27FC236}">
                <a16:creationId xmlns:a16="http://schemas.microsoft.com/office/drawing/2014/main" id="{BB322795-3726-48E4-B2BD-8582720F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Move / Jump / Dash</a:t>
            </a:r>
          </a:p>
        </p:txBody>
      </p:sp>
      <p:sp>
        <p:nvSpPr>
          <p:cNvPr id="19" name="text-0355">
            <a:extLst xmlns:a="http://schemas.openxmlformats.org/drawingml/2006/main">
              <a:ext uri="{FF2B5EF4-FFF2-40B4-BE49-F238E27FC236}">
                <a16:creationId xmlns:a16="http://schemas.microsoft.com/office/drawing/2014/main" id="{742842C4-AA4F-4644-BA9E-F667351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入力ログ確認済み</a:t>
            </a:r>
          </a:p>
        </p:txBody>
      </p:sp>
      <p:sp>
        <p:nvSpPr>
          <p:cNvPr id="20" name="rule-0356">
            <a:extLst xmlns:a="http://schemas.openxmlformats.org/drawingml/2006/main">
              <a:ext uri="{FF2B5EF4-FFF2-40B4-BE49-F238E27FC236}">
                <a16:creationId xmlns:a16="http://schemas.microsoft.com/office/drawing/2014/main" id="{6C9B3369-3C34-4262-A1E8-5B0646E2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c5686e73e4226">
            <a:extLst>
              <a:ext uri="{96DAC541-7B7A-43D3-8B79-37D633B846F1}">
                <asvg:svgBlip xmlns:asvg="http://schemas.microsoft.com/office/drawing/2016/SVG/main" r:embed="R131434d48a3347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3952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text-0358">
            <a:extLst xmlns:a="http://schemas.openxmlformats.org/drawingml/2006/main">
              <a:ext uri="{FF2B5EF4-FFF2-40B4-BE49-F238E27FC236}">
                <a16:creationId xmlns:a16="http://schemas.microsoft.com/office/drawing/2014/main" id="{371209AC-58D1-419A-87F1-C6E192A0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2.5D arena + camera</a:t>
            </a:r>
          </a:p>
        </p:txBody>
      </p:sp>
      <p:sp>
        <p:nvSpPr>
          <p:cNvPr id="23" name="text-0359">
            <a:extLst xmlns:a="http://schemas.openxmlformats.org/drawingml/2006/main">
              <a:ext uri="{FF2B5EF4-FFF2-40B4-BE49-F238E27FC236}">
                <a16:creationId xmlns:a16="http://schemas.microsoft.com/office/drawing/2014/main" id="{4B92B791-2A85-4713-AA55-881C6679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B86B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B86B"/>
                </a:solidFill>
                <a:latin typeface="Meiryo"/>
                <a:ea typeface="Meiryo"/>
                <a:cs typeface="Meiryo"/>
              </a:rPr>
              <a:t>配置・起動済み</a:t>
            </a:r>
          </a:p>
        </p:txBody>
      </p:sp>
      <p:sp>
        <p:nvSpPr>
          <p:cNvPr id="24" name="rule-0360">
            <a:extLst xmlns:a="http://schemas.openxmlformats.org/drawingml/2006/main">
              <a:ext uri="{FF2B5EF4-FFF2-40B4-BE49-F238E27FC236}">
                <a16:creationId xmlns:a16="http://schemas.microsoft.com/office/drawing/2014/main" id="{9FEE56CE-5932-4FA8-9EF5-7F7C430C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fd9bf0d5748f6">
            <a:extLst>
              <a:ext uri="{96DAC541-7B7A-43D3-8B79-37D633B846F1}">
                <asvg:svgBlip xmlns:asvg="http://schemas.microsoft.com/office/drawing/2016/SVG/main" r:embed="R8d53c221adf144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4562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text-0362">
            <a:extLst xmlns:a="http://schemas.openxmlformats.org/drawingml/2006/main">
              <a:ext uri="{FF2B5EF4-FFF2-40B4-BE49-F238E27FC236}">
                <a16:creationId xmlns:a16="http://schemas.microsoft.com/office/drawing/2014/main" id="{A55B97E6-DDAB-4176-9766-841C9E9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386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Game-view framing</a:t>
            </a:r>
          </a:p>
        </p:txBody>
      </p:sp>
      <p:sp>
        <p:nvSpPr>
          <p:cNvPr id="27" name="text-0363">
            <a:extLst xmlns:a="http://schemas.openxmlformats.org/drawingml/2006/main">
              <a:ext uri="{FF2B5EF4-FFF2-40B4-BE49-F238E27FC236}">
                <a16:creationId xmlns:a16="http://schemas.microsoft.com/office/drawing/2014/main" id="{A0329060-3ABE-46AC-A636-C1D6C8B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視覚確認中</a:t>
            </a:r>
          </a:p>
        </p:txBody>
      </p:sp>
      <p:sp>
        <p:nvSpPr>
          <p:cNvPr id="28" name="rule-0364">
            <a:extLst xmlns:a="http://schemas.openxmlformats.org/drawingml/2006/main">
              <a:ext uri="{FF2B5EF4-FFF2-40B4-BE49-F238E27FC236}">
                <a16:creationId xmlns:a16="http://schemas.microsoft.com/office/drawing/2014/main" id="{3F580215-762F-4D08-93B1-5FB328F9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bd7b29a9946a8">
            <a:extLst>
              <a:ext uri="{96DAC541-7B7A-43D3-8B79-37D633B846F1}">
                <asvg:svgBlip xmlns:asvg="http://schemas.microsoft.com/office/drawing/2016/SVG/main" r:embed="R11eebc8ecdd44d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5172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" name="text-0366">
            <a:extLst xmlns:a="http://schemas.openxmlformats.org/drawingml/2006/main">
              <a:ext uri="{FF2B5EF4-FFF2-40B4-BE49-F238E27FC236}">
                <a16:creationId xmlns:a16="http://schemas.microsoft.com/office/drawing/2014/main" id="{F3897938-58D1-4169-8BE5-69AF033C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48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Enhanced Input assets</a:t>
            </a:r>
          </a:p>
        </p:txBody>
      </p:sp>
      <p:sp>
        <p:nvSpPr>
          <p:cNvPr id="31" name="text-0367">
            <a:extLst xmlns:a="http://schemas.openxmlformats.org/drawingml/2006/main">
              <a:ext uri="{FF2B5EF4-FFF2-40B4-BE49-F238E27FC236}">
                <a16:creationId xmlns:a16="http://schemas.microsoft.com/office/drawing/2014/main" id="{101CC3AC-8E8F-4EB4-9500-33E0B53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48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5B6570"/>
                </a:solidFill>
                <a:latin typeface="Meiryo"/>
                <a:ea typeface="Meiryo"/>
                <a:cs typeface="Meiryo"/>
              </a:rPr>
              <a:t>次の実装</a:t>
            </a:r>
          </a:p>
        </p:txBody>
      </p:sp>
      <p:sp>
        <p:nvSpPr>
          <p:cNvPr id="32" name="rule-0368">
            <a:extLst xmlns:a="http://schemas.openxmlformats.org/drawingml/2006/main">
              <a:ext uri="{FF2B5EF4-FFF2-40B4-BE49-F238E27FC236}">
                <a16:creationId xmlns:a16="http://schemas.microsoft.com/office/drawing/2014/main" id="{664D0739-5D83-42D4-A4CE-49EE8A2A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0369">
            <a:extLst xmlns:a="http://schemas.openxmlformats.org/drawingml/2006/main">
              <a:ext uri="{FF2B5EF4-FFF2-40B4-BE49-F238E27FC236}">
                <a16:creationId xmlns:a16="http://schemas.microsoft.com/office/drawing/2014/main" id="{C09D8AB8-0ACA-40BB-8C2C-68F396CC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現時点では“完成映像”ではなく、入力と構造が動くことを確認した段階。</a:t>
            </a:r>
          </a:p>
        </p:txBody>
      </p:sp>
    </p:spTree>
    <p:extLst>
      <p:ext uri="{BB962C8B-B14F-4D97-AF65-F5344CB8AC3E}">
        <p14:creationId xmlns:p14="http://schemas.microsoft.com/office/powerpoint/2010/main" val="9368653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370">
            <a:extLst xmlns:a="http://schemas.openxmlformats.org/drawingml/2006/main">
              <a:ext uri="{FF2B5EF4-FFF2-40B4-BE49-F238E27FC236}">
                <a16:creationId xmlns:a16="http://schemas.microsoft.com/office/drawing/2014/main" id="{3753FBC3-308E-4D0D-A15F-DE4766FF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09 / EVALUATION</a:t>
            </a:r>
          </a:p>
        </p:txBody>
      </p:sp>
      <p:sp>
        <p:nvSpPr>
          <p:cNvPr id="2" name="text-0371">
            <a:extLst xmlns:a="http://schemas.openxmlformats.org/drawingml/2006/main">
              <a:ext uri="{FF2B5EF4-FFF2-40B4-BE49-F238E27FC236}">
                <a16:creationId xmlns:a16="http://schemas.microsoft.com/office/drawing/2014/main" id="{D27011C2-1D14-4FAB-87CC-705FB1A1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372">
            <a:extLst xmlns:a="http://schemas.openxmlformats.org/drawingml/2006/main">
              <a:ext uri="{FF2B5EF4-FFF2-40B4-BE49-F238E27FC236}">
                <a16:creationId xmlns:a16="http://schemas.microsoft.com/office/drawing/2014/main" id="{72A77350-C34E-4724-A434-E106017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4" name="accent-rail-0373">
            <a:extLst xmlns:a="http://schemas.openxmlformats.org/drawingml/2006/main">
              <a:ext uri="{FF2B5EF4-FFF2-40B4-BE49-F238E27FC236}">
                <a16:creationId xmlns:a16="http://schemas.microsoft.com/office/drawing/2014/main" id="{74189E51-8F03-44F9-9B6C-369B32B4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374">
            <a:extLst xmlns:a="http://schemas.openxmlformats.org/drawingml/2006/main">
              <a:ext uri="{FF2B5EF4-FFF2-40B4-BE49-F238E27FC236}">
                <a16:creationId xmlns:a16="http://schemas.microsoft.com/office/drawing/2014/main" id="{3CC226AD-FD9F-4F02-9AFA-22A2EFD5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次のプレイテストは、4つの観測で判断する</a:t>
            </a:r>
          </a:p>
        </p:txBody>
      </p:sp>
      <p:sp>
        <p:nvSpPr>
          <p:cNvPr id="6" name="rule-0375">
            <a:extLst xmlns:a="http://schemas.openxmlformats.org/drawingml/2006/main">
              <a:ext uri="{FF2B5EF4-FFF2-40B4-BE49-F238E27FC236}">
                <a16:creationId xmlns:a16="http://schemas.microsoft.com/office/drawing/2014/main" id="{2D041E12-4E9F-4B2E-BAD8-47236484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376">
            <a:extLst xmlns:a="http://schemas.openxmlformats.org/drawingml/2006/main">
              <a:ext uri="{FF2B5EF4-FFF2-40B4-BE49-F238E27FC236}">
                <a16:creationId xmlns:a16="http://schemas.microsoft.com/office/drawing/2014/main" id="{F10EBF6A-B973-4FA5-B9F0-647B1917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d3ff717c84f9e">
            <a:extLst>
              <a:ext uri="{96DAC541-7B7A-43D3-8B79-37D633B846F1}">
                <asvg:svgBlip xmlns:asvg="http://schemas.microsoft.com/office/drawing/2016/SVG/main" r:embed="R14dc010648a74f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2209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9" name="text-0378">
            <a:extLst xmlns:a="http://schemas.openxmlformats.org/drawingml/2006/main">
              <a:ext uri="{FF2B5EF4-FFF2-40B4-BE49-F238E27FC236}">
                <a16:creationId xmlns:a16="http://schemas.microsoft.com/office/drawing/2014/main" id="{6676A67F-EA25-416A-99A4-51ECED5F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理解</a:t>
            </a:r>
          </a:p>
        </p:txBody>
      </p:sp>
      <p:sp>
        <p:nvSpPr>
          <p:cNvPr id="10" name="text-0379">
            <a:extLst xmlns:a="http://schemas.openxmlformats.org/drawingml/2006/main">
              <a:ext uri="{FF2B5EF4-FFF2-40B4-BE49-F238E27FC236}">
                <a16:creationId xmlns:a16="http://schemas.microsoft.com/office/drawing/2014/main" id="{8237BA17-1DA6-4235-94EA-17498E5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10秒で目的を説明できるか</a:t>
            </a:r>
          </a:p>
        </p:txBody>
      </p:sp>
      <p:sp>
        <p:nvSpPr>
          <p:cNvPr id="11" name="text-0380">
            <a:extLst xmlns:a="http://schemas.openxmlformats.org/drawingml/2006/main">
              <a:ext uri="{FF2B5EF4-FFF2-40B4-BE49-F238E27FC236}">
                <a16:creationId xmlns:a16="http://schemas.microsoft.com/office/drawing/2014/main" id="{A81E2A63-94BB-408F-BF75-8ACEC906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初見の言葉を記録</a:t>
            </a:r>
          </a:p>
        </p:txBody>
      </p:sp>
      <p:sp>
        <p:nvSpPr>
          <p:cNvPr id="12" name="shape-0381">
            <a:extLst xmlns:a="http://schemas.openxmlformats.org/drawingml/2006/main">
              <a:ext uri="{FF2B5EF4-FFF2-40B4-BE49-F238E27FC236}">
                <a16:creationId xmlns:a16="http://schemas.microsoft.com/office/drawing/2014/main" id="{537FBEE4-1B1A-4C7D-9698-33B5E42E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9525">
            <a:solidFill>
              <a:srgbClr val="FF3131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d314501444ab9">
            <a:extLst>
              <a:ext uri="{96DAC541-7B7A-43D3-8B79-37D633B846F1}">
                <asvg:svgBlip xmlns:asvg="http://schemas.microsoft.com/office/drawing/2016/SVG/main" r:embed="Rc3f3cabb668c44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30861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4" name="text-0383">
            <a:extLst xmlns:a="http://schemas.openxmlformats.org/drawingml/2006/main">
              <a:ext uri="{FF2B5EF4-FFF2-40B4-BE49-F238E27FC236}">
                <a16:creationId xmlns:a16="http://schemas.microsoft.com/office/drawing/2014/main" id="{BFED3EF6-D760-436F-985A-74A4F873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遭遇</a:t>
            </a:r>
          </a:p>
        </p:txBody>
      </p:sp>
      <p:sp>
        <p:nvSpPr>
          <p:cNvPr id="15" name="text-0384">
            <a:extLst xmlns:a="http://schemas.openxmlformats.org/drawingml/2006/main">
              <a:ext uri="{FF2B5EF4-FFF2-40B4-BE49-F238E27FC236}">
                <a16:creationId xmlns:a16="http://schemas.microsoft.com/office/drawing/2014/main" id="{24B2D21C-B9B1-43A6-95B1-EFB3D0B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30秒で接触が2回以上起きるか</a:t>
            </a:r>
          </a:p>
        </p:txBody>
      </p:sp>
      <p:sp>
        <p:nvSpPr>
          <p:cNvPr id="16" name="text-0385">
            <a:extLst xmlns:a="http://schemas.openxmlformats.org/drawingml/2006/main">
              <a:ext uri="{FF2B5EF4-FFF2-40B4-BE49-F238E27FC236}">
                <a16:creationId xmlns:a16="http://schemas.microsoft.com/office/drawing/2014/main" id="{0EDD2A80-DB13-43F9-9261-BD0B4E71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動画から接触回数を数える</a:t>
            </a:r>
          </a:p>
        </p:txBody>
      </p:sp>
      <p:sp>
        <p:nvSpPr>
          <p:cNvPr id="17" name="shape-0386">
            <a:extLst xmlns:a="http://schemas.openxmlformats.org/drawingml/2006/main">
              <a:ext uri="{FF2B5EF4-FFF2-40B4-BE49-F238E27FC236}">
                <a16:creationId xmlns:a16="http://schemas.microsoft.com/office/drawing/2014/main" id="{32F6A368-27B7-415F-8167-72A1C0E3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4929ab0f24b94">
            <a:extLst>
              <a:ext uri="{96DAC541-7B7A-43D3-8B79-37D633B846F1}">
                <asvg:svgBlip xmlns:asvg="http://schemas.microsoft.com/office/drawing/2016/SVG/main" r:embed="Rc0bbd87a883942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39624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9" name="text-0388">
            <a:extLst xmlns:a="http://schemas.openxmlformats.org/drawingml/2006/main">
              <a:ext uri="{FF2B5EF4-FFF2-40B4-BE49-F238E27FC236}">
                <a16:creationId xmlns:a16="http://schemas.microsoft.com/office/drawing/2014/main" id="{E986AFAE-776B-4040-AB09-2D5FAB51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選択</a:t>
            </a:r>
          </a:p>
        </p:txBody>
      </p:sp>
      <p:sp>
        <p:nvSpPr>
          <p:cNvPr id="20" name="text-0389">
            <a:extLst xmlns:a="http://schemas.openxmlformats.org/drawingml/2006/main">
              <a:ext uri="{FF2B5EF4-FFF2-40B4-BE49-F238E27FC236}">
                <a16:creationId xmlns:a16="http://schemas.microsoft.com/office/drawing/2014/main" id="{62CAA55E-9A78-489C-A75C-214542D8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862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Dash / Jump / Pulseの用途が分かれるか</a:t>
            </a:r>
          </a:p>
        </p:txBody>
      </p:sp>
      <p:sp>
        <p:nvSpPr>
          <p:cNvPr id="21" name="text-0390">
            <a:extLst xmlns:a="http://schemas.openxmlformats.org/drawingml/2006/main">
              <a:ext uri="{FF2B5EF4-FFF2-40B4-BE49-F238E27FC236}">
                <a16:creationId xmlns:a16="http://schemas.microsoft.com/office/drawing/2014/main" id="{0120C5A0-E56F-4552-9B3E-77DE57CE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使用場面と理由を観察</a:t>
            </a:r>
          </a:p>
        </p:txBody>
      </p:sp>
      <p:sp>
        <p:nvSpPr>
          <p:cNvPr id="22" name="shape-0391">
            <a:extLst xmlns:a="http://schemas.openxmlformats.org/drawingml/2006/main">
              <a:ext uri="{FF2B5EF4-FFF2-40B4-BE49-F238E27FC236}">
                <a16:creationId xmlns:a16="http://schemas.microsoft.com/office/drawing/2014/main" id="{53D2C7D7-61AE-4044-BC50-F7AF6C14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539834bd1405d">
            <a:extLst>
              <a:ext uri="{96DAC541-7B7A-43D3-8B79-37D633B846F1}">
                <asvg:svgBlip xmlns:asvg="http://schemas.microsoft.com/office/drawing/2016/SVG/main" r:embed="R8ed2808d5e574e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48387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4" name="text-0393">
            <a:extLst xmlns:a="http://schemas.openxmlformats.org/drawingml/2006/main">
              <a:ext uri="{FF2B5EF4-FFF2-40B4-BE49-F238E27FC236}">
                <a16:creationId xmlns:a16="http://schemas.microsoft.com/office/drawing/2014/main" id="{6780C02F-8A79-4ABB-AACD-A83717F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公正感</a:t>
            </a:r>
          </a:p>
        </p:txBody>
      </p:sp>
      <p:sp>
        <p:nvSpPr>
          <p:cNvPr id="25" name="text-0394">
            <a:extLst xmlns:a="http://schemas.openxmlformats.org/drawingml/2006/main">
              <a:ext uri="{FF2B5EF4-FFF2-40B4-BE49-F238E27FC236}">
                <a16:creationId xmlns:a16="http://schemas.microsoft.com/office/drawing/2014/main" id="{E24FD241-17E4-4D14-99DD-B78AF1D6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KOに納得できるか</a:t>
            </a:r>
          </a:p>
        </p:txBody>
      </p:sp>
      <p:sp>
        <p:nvSpPr>
          <p:cNvPr id="26" name="text-0395">
            <a:extLst xmlns:a="http://schemas.openxmlformats.org/drawingml/2006/main">
              <a:ext uri="{FF2B5EF4-FFF2-40B4-BE49-F238E27FC236}">
                <a16:creationId xmlns:a16="http://schemas.microsoft.com/office/drawing/2014/main" id="{53928198-69A7-43DC-9380-35E57523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直後の理由説明を聞く</a:t>
            </a:r>
          </a:p>
        </p:txBody>
      </p:sp>
      <p:sp>
        <p:nvSpPr>
          <p:cNvPr id="27" name="text-0396">
            <a:extLst xmlns:a="http://schemas.openxmlformats.org/drawingml/2006/main">
              <a:ext uri="{FF2B5EF4-FFF2-40B4-BE49-F238E27FC236}">
                <a16:creationId xmlns:a16="http://schemas.microsoft.com/office/drawing/2014/main" id="{1DC36FB0-E831-4CC5-9345-7933DB54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映像の派手さではなく、プレイヤーの行動が変わったかを記録する。</a:t>
            </a:r>
          </a:p>
        </p:txBody>
      </p:sp>
    </p:spTree>
    <p:extLst>
      <p:ext uri="{BB962C8B-B14F-4D97-AF65-F5344CB8AC3E}">
        <p14:creationId xmlns:p14="http://schemas.microsoft.com/office/powerpoint/2010/main" val="17819392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397">
            <a:extLst xmlns:a="http://schemas.openxmlformats.org/drawingml/2006/main">
              <a:ext uri="{FF2B5EF4-FFF2-40B4-BE49-F238E27FC236}">
                <a16:creationId xmlns:a16="http://schemas.microsoft.com/office/drawing/2014/main" id="{C52A4F9A-E69E-4D05-B139-0984419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10 / ROADMAP</a:t>
            </a:r>
          </a:p>
        </p:txBody>
      </p:sp>
      <p:sp>
        <p:nvSpPr>
          <p:cNvPr id="2" name="text-0398">
            <a:extLst xmlns:a="http://schemas.openxmlformats.org/drawingml/2006/main">
              <a:ext uri="{FF2B5EF4-FFF2-40B4-BE49-F238E27FC236}">
                <a16:creationId xmlns:a16="http://schemas.microsoft.com/office/drawing/2014/main" id="{95BB2EEA-2197-4145-B164-39464EDE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399">
            <a:extLst xmlns:a="http://schemas.openxmlformats.org/drawingml/2006/main">
              <a:ext uri="{FF2B5EF4-FFF2-40B4-BE49-F238E27FC236}">
                <a16:creationId xmlns:a16="http://schemas.microsoft.com/office/drawing/2014/main" id="{D74D3E56-C76C-4A13-A433-AFE69DC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4" name="accent-rail-0400">
            <a:extLst xmlns:a="http://schemas.openxmlformats.org/drawingml/2006/main">
              <a:ext uri="{FF2B5EF4-FFF2-40B4-BE49-F238E27FC236}">
                <a16:creationId xmlns:a16="http://schemas.microsoft.com/office/drawing/2014/main" id="{5E5E0B47-7B78-475C-89F0-F34E4B54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401">
            <a:extLst xmlns:a="http://schemas.openxmlformats.org/drawingml/2006/main">
              <a:ext uri="{FF2B5EF4-FFF2-40B4-BE49-F238E27FC236}">
                <a16:creationId xmlns:a16="http://schemas.microsoft.com/office/drawing/2014/main" id="{D257D48E-5E88-4B4B-BC88-941B9441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9月までに、2人がぶつかる1試合を先に完成させる</a:t>
            </a:r>
          </a:p>
        </p:txBody>
      </p:sp>
      <p:sp>
        <p:nvSpPr>
          <p:cNvPr id="6" name="rule-0402">
            <a:extLst xmlns:a="http://schemas.openxmlformats.org/drawingml/2006/main">
              <a:ext uri="{FF2B5EF4-FFF2-40B4-BE49-F238E27FC236}">
                <a16:creationId xmlns:a16="http://schemas.microsoft.com/office/drawing/2014/main" id="{1F742680-7838-477A-9DA0-B3C76CDE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403">
            <a:extLst xmlns:a="http://schemas.openxmlformats.org/drawingml/2006/main">
              <a:ext uri="{FF2B5EF4-FFF2-40B4-BE49-F238E27FC236}">
                <a16:creationId xmlns:a16="http://schemas.microsoft.com/office/drawing/2014/main" id="{11BFD81E-4754-4746-A2FE-D8E58CD1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JUL</a:t>
            </a:r>
          </a:p>
        </p:txBody>
      </p:sp>
      <p:sp>
        <p:nvSpPr>
          <p:cNvPr id="8" name="text-0404">
            <a:extLst xmlns:a="http://schemas.openxmlformats.org/drawingml/2006/main">
              <a:ext uri="{FF2B5EF4-FFF2-40B4-BE49-F238E27FC236}">
                <a16:creationId xmlns:a16="http://schemas.microsoft.com/office/drawing/2014/main" id="{A6B38579-8AEC-4E5F-8A35-0E81701B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9" name="rule-0405">
            <a:extLst xmlns:a="http://schemas.openxmlformats.org/drawingml/2006/main">
              <a:ext uri="{FF2B5EF4-FFF2-40B4-BE49-F238E27FC236}">
                <a16:creationId xmlns:a16="http://schemas.microsoft.com/office/drawing/2014/main" id="{D5A0A207-5B66-42CB-AC63-E38749E6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406">
            <a:extLst xmlns:a="http://schemas.openxmlformats.org/drawingml/2006/main">
              <a:ext uri="{FF2B5EF4-FFF2-40B4-BE49-F238E27FC236}">
                <a16:creationId xmlns:a16="http://schemas.microsoft.com/office/drawing/2014/main" id="{17ADB442-5D6D-415B-8371-CB849E6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移行 + コア</a:t>
            </a:r>
          </a:p>
        </p:txBody>
      </p:sp>
      <p:sp>
        <p:nvSpPr>
          <p:cNvPr id="11" name="shape-0407">
            <a:extLst xmlns:a="http://schemas.openxmlformats.org/drawingml/2006/main">
              <a:ext uri="{FF2B5EF4-FFF2-40B4-BE49-F238E27FC236}">
                <a16:creationId xmlns:a16="http://schemas.microsoft.com/office/drawing/2014/main" id="{AA259287-CE81-4AD7-AD84-43B47BC1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408">
            <a:extLst xmlns:a="http://schemas.openxmlformats.org/drawingml/2006/main">
              <a:ext uri="{FF2B5EF4-FFF2-40B4-BE49-F238E27FC236}">
                <a16:creationId xmlns:a16="http://schemas.microsoft.com/office/drawing/2014/main" id="{F8622EB1-9DC6-4F15-91F0-5495C6A7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Eggybot / Input</a:t>
            </a:r>
          </a:p>
        </p:txBody>
      </p:sp>
      <p:sp>
        <p:nvSpPr>
          <p:cNvPr id="13" name="shape-0409">
            <a:extLst xmlns:a="http://schemas.openxmlformats.org/drawingml/2006/main">
              <a:ext uri="{FF2B5EF4-FFF2-40B4-BE49-F238E27FC236}">
                <a16:creationId xmlns:a16="http://schemas.microsoft.com/office/drawing/2014/main" id="{2A54DB4C-1CAC-40C5-BBE5-7808F91E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410">
            <a:extLst xmlns:a="http://schemas.openxmlformats.org/drawingml/2006/main">
              <a:ext uri="{FF2B5EF4-FFF2-40B4-BE49-F238E27FC236}">
                <a16:creationId xmlns:a16="http://schemas.microsoft.com/office/drawing/2014/main" id="{CD67CF99-5427-4C90-A2BB-3A9CC88C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共有カメラ</a:t>
            </a:r>
          </a:p>
        </p:txBody>
      </p:sp>
      <p:sp>
        <p:nvSpPr>
          <p:cNvPr id="15" name="shape-0411">
            <a:extLst xmlns:a="http://schemas.openxmlformats.org/drawingml/2006/main">
              <a:ext uri="{FF2B5EF4-FFF2-40B4-BE49-F238E27FC236}">
                <a16:creationId xmlns:a16="http://schemas.microsoft.com/office/drawing/2014/main" id="{127A1576-ED56-4938-963B-05A8A288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412">
            <a:extLst xmlns:a="http://schemas.openxmlformats.org/drawingml/2006/main">
              <a:ext uri="{FF2B5EF4-FFF2-40B4-BE49-F238E27FC236}">
                <a16:creationId xmlns:a16="http://schemas.microsoft.com/office/drawing/2014/main" id="{2CB9AB37-A380-4A29-8FD8-70EEB45A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吹き飛ばし基盤</a:t>
            </a:r>
          </a:p>
        </p:txBody>
      </p:sp>
      <p:sp>
        <p:nvSpPr>
          <p:cNvPr id="17" name="text-0413">
            <a:extLst xmlns:a="http://schemas.openxmlformats.org/drawingml/2006/main">
              <a:ext uri="{FF2B5EF4-FFF2-40B4-BE49-F238E27FC236}">
                <a16:creationId xmlns:a16="http://schemas.microsoft.com/office/drawing/2014/main" id="{993D41BB-0125-4670-9D1B-4BD86FF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AUG</a:t>
            </a:r>
          </a:p>
        </p:txBody>
      </p:sp>
      <p:sp>
        <p:nvSpPr>
          <p:cNvPr id="18" name="text-0414">
            <a:extLst xmlns:a="http://schemas.openxmlformats.org/drawingml/2006/main">
              <a:ext uri="{FF2B5EF4-FFF2-40B4-BE49-F238E27FC236}">
                <a16:creationId xmlns:a16="http://schemas.microsoft.com/office/drawing/2014/main" id="{EC287435-9533-4A15-87E9-07C9373D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14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19" name="rule-0415">
            <a:extLst xmlns:a="http://schemas.openxmlformats.org/drawingml/2006/main">
              <a:ext uri="{FF2B5EF4-FFF2-40B4-BE49-F238E27FC236}">
                <a16:creationId xmlns:a16="http://schemas.microsoft.com/office/drawing/2014/main" id="{829B6D77-E71E-4935-9D38-93F9A566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416">
            <a:extLst xmlns:a="http://schemas.openxmlformats.org/drawingml/2006/main">
              <a:ext uri="{FF2B5EF4-FFF2-40B4-BE49-F238E27FC236}">
                <a16:creationId xmlns:a16="http://schemas.microsoft.com/office/drawing/2014/main" id="{C2D80312-508D-4128-8A40-C19D0CDC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1試合を遊べる</a:t>
            </a:r>
          </a:p>
        </p:txBody>
      </p:sp>
      <p:sp>
        <p:nvSpPr>
          <p:cNvPr id="21" name="shape-0417">
            <a:extLst xmlns:a="http://schemas.openxmlformats.org/drawingml/2006/main">
              <a:ext uri="{FF2B5EF4-FFF2-40B4-BE49-F238E27FC236}">
                <a16:creationId xmlns:a16="http://schemas.microsoft.com/office/drawing/2014/main" id="{788CF7D7-854E-4C55-AB89-1886513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418">
            <a:extLst xmlns:a="http://schemas.openxmlformats.org/drawingml/2006/main">
              <a:ext uri="{FF2B5EF4-FFF2-40B4-BE49-F238E27FC236}">
                <a16:creationId xmlns:a16="http://schemas.microsoft.com/office/drawing/2014/main" id="{797DDCD9-4866-402E-BD16-BF1F3A2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縮む島 2.5D</a:t>
            </a:r>
          </a:p>
        </p:txBody>
      </p:sp>
      <p:sp>
        <p:nvSpPr>
          <p:cNvPr id="23" name="shape-0419">
            <a:extLst xmlns:a="http://schemas.openxmlformats.org/drawingml/2006/main">
              <a:ext uri="{FF2B5EF4-FFF2-40B4-BE49-F238E27FC236}">
                <a16:creationId xmlns:a16="http://schemas.microsoft.com/office/drawing/2014/main" id="{10EABF14-4DA2-479D-99EA-3191E1A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420">
            <a:extLst xmlns:a="http://schemas.openxmlformats.org/drawingml/2006/main">
              <a:ext uri="{FF2B5EF4-FFF2-40B4-BE49-F238E27FC236}">
                <a16:creationId xmlns:a16="http://schemas.microsoft.com/office/drawing/2014/main" id="{EE8CC620-EF85-43C4-9BEE-42717CA6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910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2–4人対戦</a:t>
            </a:r>
          </a:p>
        </p:txBody>
      </p:sp>
      <p:sp>
        <p:nvSpPr>
          <p:cNvPr id="25" name="shape-0421">
            <a:extLst xmlns:a="http://schemas.openxmlformats.org/drawingml/2006/main">
              <a:ext uri="{FF2B5EF4-FFF2-40B4-BE49-F238E27FC236}">
                <a16:creationId xmlns:a16="http://schemas.microsoft.com/office/drawing/2014/main" id="{0F88CED9-EB08-4E24-96F0-C4E12E21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81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422">
            <a:extLst xmlns:a="http://schemas.openxmlformats.org/drawingml/2006/main">
              <a:ext uri="{FF2B5EF4-FFF2-40B4-BE49-F238E27FC236}">
                <a16:creationId xmlns:a16="http://schemas.microsoft.com/office/drawing/2014/main" id="{22C6F81E-6773-48B8-847E-99D9B277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863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第1回テスト</a:t>
            </a:r>
          </a:p>
        </p:txBody>
      </p:sp>
      <p:sp>
        <p:nvSpPr>
          <p:cNvPr id="27" name="text-0423">
            <a:extLst xmlns:a="http://schemas.openxmlformats.org/drawingml/2006/main">
              <a:ext uri="{FF2B5EF4-FFF2-40B4-BE49-F238E27FC236}">
                <a16:creationId xmlns:a16="http://schemas.microsoft.com/office/drawing/2014/main" id="{625E02EA-BFB7-4625-A0A7-DF92097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SEP</a:t>
            </a:r>
          </a:p>
        </p:txBody>
      </p:sp>
      <p:sp>
        <p:nvSpPr>
          <p:cNvPr id="28" name="text-0424">
            <a:extLst xmlns:a="http://schemas.openxmlformats.org/drawingml/2006/main">
              <a:ext uri="{FF2B5EF4-FFF2-40B4-BE49-F238E27FC236}">
                <a16:creationId xmlns:a16="http://schemas.microsoft.com/office/drawing/2014/main" id="{EC87B80F-9894-4664-B137-58070D81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29" name="rule-0425">
            <a:extLst xmlns:a="http://schemas.openxmlformats.org/drawingml/2006/main">
              <a:ext uri="{FF2B5EF4-FFF2-40B4-BE49-F238E27FC236}">
                <a16:creationId xmlns:a16="http://schemas.microsoft.com/office/drawing/2014/main" id="{20B12F6E-E0F0-4FD3-A5F3-7F0F2164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0426">
            <a:extLst xmlns:a="http://schemas.openxmlformats.org/drawingml/2006/main">
              <a:ext uri="{FF2B5EF4-FFF2-40B4-BE49-F238E27FC236}">
                <a16:creationId xmlns:a16="http://schemas.microsoft.com/office/drawing/2014/main" id="{B800BB41-29CF-4BB4-A763-D2D24F9E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完成 + 発表</a:t>
            </a:r>
          </a:p>
        </p:txBody>
      </p:sp>
      <p:sp>
        <p:nvSpPr>
          <p:cNvPr id="31" name="shape-0427">
            <a:extLst xmlns:a="http://schemas.openxmlformats.org/drawingml/2006/main">
              <a:ext uri="{FF2B5EF4-FFF2-40B4-BE49-F238E27FC236}">
                <a16:creationId xmlns:a16="http://schemas.microsoft.com/office/drawing/2014/main" id="{D5915F69-6829-457A-ABEF-4DD0DDF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0428">
            <a:extLst xmlns:a="http://schemas.openxmlformats.org/drawingml/2006/main">
              <a:ext uri="{FF2B5EF4-FFF2-40B4-BE49-F238E27FC236}">
                <a16:creationId xmlns:a16="http://schemas.microsoft.com/office/drawing/2014/main" id="{47719B5E-1A0E-4520-B55D-6EF43370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ミニゲーム追加</a:t>
            </a:r>
          </a:p>
        </p:txBody>
      </p:sp>
      <p:sp>
        <p:nvSpPr>
          <p:cNvPr id="33" name="shape-0429">
            <a:extLst xmlns:a="http://schemas.openxmlformats.org/drawingml/2006/main">
              <a:ext uri="{FF2B5EF4-FFF2-40B4-BE49-F238E27FC236}">
                <a16:creationId xmlns:a16="http://schemas.microsoft.com/office/drawing/2014/main" id="{7828C69F-9DDC-4735-890D-169E6B1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0430">
            <a:extLst xmlns:a="http://schemas.openxmlformats.org/drawingml/2006/main">
              <a:ext uri="{FF2B5EF4-FFF2-40B4-BE49-F238E27FC236}">
                <a16:creationId xmlns:a16="http://schemas.microsoft.com/office/drawing/2014/main" id="{53DADAF5-9A25-4335-B1B6-C2964992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910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操作感調整</a:t>
            </a:r>
          </a:p>
        </p:txBody>
      </p:sp>
      <p:sp>
        <p:nvSpPr>
          <p:cNvPr id="35" name="shape-0431">
            <a:extLst xmlns:a="http://schemas.openxmlformats.org/drawingml/2006/main">
              <a:ext uri="{FF2B5EF4-FFF2-40B4-BE49-F238E27FC236}">
                <a16:creationId xmlns:a16="http://schemas.microsoft.com/office/drawing/2014/main" id="{34F162CF-060C-494F-8C43-3D022034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81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0432">
            <a:extLst xmlns:a="http://schemas.openxmlformats.org/drawingml/2006/main">
              <a:ext uri="{FF2B5EF4-FFF2-40B4-BE49-F238E27FC236}">
                <a16:creationId xmlns:a16="http://schemas.microsoft.com/office/drawing/2014/main" id="{E336864C-9D69-4DAD-8446-78156812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Windowsビルド</a:t>
            </a:r>
          </a:p>
        </p:txBody>
      </p:sp>
      <p:sp>
        <p:nvSpPr>
          <p:cNvPr id="37" name="rule-0433">
            <a:extLst xmlns:a="http://schemas.openxmlformats.org/drawingml/2006/main">
              <a:ext uri="{FF2B5EF4-FFF2-40B4-BE49-F238E27FC236}">
                <a16:creationId xmlns:a16="http://schemas.microsoft.com/office/drawing/2014/main" id="{9ACC3FCF-7FEA-40F5-BAEB-A84227F4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ule-0434">
            <a:extLst xmlns:a="http://schemas.openxmlformats.org/drawingml/2006/main">
              <a:ext uri="{FF2B5EF4-FFF2-40B4-BE49-F238E27FC236}">
                <a16:creationId xmlns:a16="http://schemas.microsoft.com/office/drawing/2014/main" id="{2666D36D-2BF0-4902-A423-D687C5C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0435">
            <a:extLst xmlns:a="http://schemas.openxmlformats.org/drawingml/2006/main">
              <a:ext uri="{FF2B5EF4-FFF2-40B4-BE49-F238E27FC236}">
                <a16:creationId xmlns:a16="http://schemas.microsoft.com/office/drawing/2014/main" id="{24584A27-2906-49A6-8F87-5DFEC1B9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優先順位: 完成数より、1試合の理解・衝突・納得感を先に通す。</a:t>
            </a:r>
          </a:p>
        </p:txBody>
      </p:sp>
    </p:spTree>
    <p:extLst>
      <p:ext uri="{BB962C8B-B14F-4D97-AF65-F5344CB8AC3E}">
        <p14:creationId xmlns:p14="http://schemas.microsoft.com/office/powerpoint/2010/main" val="3238769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8BD4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436">
            <a:extLst xmlns:a="http://schemas.openxmlformats.org/drawingml/2006/main">
              <a:ext uri="{FF2B5EF4-FFF2-40B4-BE49-F238E27FC236}">
                <a16:creationId xmlns:a16="http://schemas.microsoft.com/office/drawing/2014/main" id="{F1FA4FD3-B2EE-4BE7-985D-8B73BCB0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11 / SUMMARY</a:t>
            </a:r>
          </a:p>
        </p:txBody>
      </p:sp>
      <p:sp>
        <p:nvSpPr>
          <p:cNvPr id="2" name="text-0437">
            <a:extLst xmlns:a="http://schemas.openxmlformats.org/drawingml/2006/main">
              <a:ext uri="{FF2B5EF4-FFF2-40B4-BE49-F238E27FC236}">
                <a16:creationId xmlns:a16="http://schemas.microsoft.com/office/drawing/2014/main" id="{8E88ACE3-275B-4C50-BC19-FE935DAA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短い選択が、</a:t>
            </a:r>
          </a:p>
          <a:p xmlns:a="http://schemas.openxmlformats.org/drawingml/2006/main">
            <a:pPr algn="l">
              <a:defRPr sz="43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読みやすい衝突を生む。</a:t>
            </a:r>
          </a:p>
        </p:txBody>
      </p:sp>
      <p:sp>
        <p:nvSpPr>
          <p:cNvPr id="3" name="shape-0438">
            <a:extLst xmlns:a="http://schemas.openxmlformats.org/drawingml/2006/main">
              <a:ext uri="{FF2B5EF4-FFF2-40B4-BE49-F238E27FC236}">
                <a16:creationId xmlns:a16="http://schemas.microsoft.com/office/drawing/2014/main" id="{C8ED5985-2DD7-4BEC-ADCC-735A88BA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21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439">
            <a:extLst xmlns:a="http://schemas.openxmlformats.org/drawingml/2006/main">
              <a:ext uri="{FF2B5EF4-FFF2-40B4-BE49-F238E27FC236}">
                <a16:creationId xmlns:a16="http://schemas.microsoft.com/office/drawing/2014/main" id="{67C2FEBE-C017-4958-AB93-47511990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スキルを選ぶ</a:t>
            </a:r>
          </a:p>
        </p:txBody>
      </p:sp>
      <p:sp>
        <p:nvSpPr>
          <p:cNvPr id="5" name="shape-0440">
            <a:extLst xmlns:a="http://schemas.openxmlformats.org/drawingml/2006/main">
              <a:ext uri="{FF2B5EF4-FFF2-40B4-BE49-F238E27FC236}">
                <a16:creationId xmlns:a16="http://schemas.microsoft.com/office/drawing/2014/main" id="{680C2B14-DE2E-43E1-B1BF-E6B4225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52800"/>
            <a:ext cx="321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0441">
            <a:extLst xmlns:a="http://schemas.openxmlformats.org/drawingml/2006/main">
              <a:ext uri="{FF2B5EF4-FFF2-40B4-BE49-F238E27FC236}">
                <a16:creationId xmlns:a16="http://schemas.microsoft.com/office/drawing/2014/main" id="{40FCB264-5430-4767-8DC5-316B29CE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861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2.5Dでぶつかる</a:t>
            </a:r>
          </a:p>
        </p:txBody>
      </p:sp>
      <p:sp>
        <p:nvSpPr>
          <p:cNvPr id="7" name="shape-0442">
            <a:extLst xmlns:a="http://schemas.openxmlformats.org/drawingml/2006/main">
              <a:ext uri="{FF2B5EF4-FFF2-40B4-BE49-F238E27FC236}">
                <a16:creationId xmlns:a16="http://schemas.microsoft.com/office/drawing/2014/main" id="{3FD37078-0E27-472C-A7D1-FFDA4E91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321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443">
            <a:extLst xmlns:a="http://schemas.openxmlformats.org/drawingml/2006/main">
              <a:ext uri="{FF2B5EF4-FFF2-40B4-BE49-F238E27FC236}">
                <a16:creationId xmlns:a16="http://schemas.microsoft.com/office/drawing/2014/main" id="{21952053-6FFD-40BA-A91E-4297B22E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上手さが残る</a:t>
            </a:r>
          </a:p>
        </p:txBody>
      </p:sp>
      <p:sp>
        <p:nvSpPr>
          <p:cNvPr id="9" name="text-0444">
            <a:extLst xmlns:a="http://schemas.openxmlformats.org/drawingml/2006/main">
              <a:ext uri="{FF2B5EF4-FFF2-40B4-BE49-F238E27FC236}">
                <a16:creationId xmlns:a16="http://schemas.microsoft.com/office/drawing/2014/main" id="{93CB5A50-9B37-4FC1-9A59-F0386C5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次に見せるもの</a:t>
            </a:r>
          </a:p>
        </p:txBody>
      </p:sp>
      <p:sp>
        <p:nvSpPr>
          <p:cNvPr id="10" name="text-0445">
            <a:extLst xmlns:a="http://schemas.openxmlformats.org/drawingml/2006/main">
              <a:ext uri="{FF2B5EF4-FFF2-40B4-BE49-F238E27FC236}">
                <a16:creationId xmlns:a16="http://schemas.microsoft.com/office/drawing/2014/main" id="{61A8C447-09DA-4AEA-AEF6-3175C6AE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Eggybot 2人が、30秒で2回ぶつかるプレイアブルデモ</a:t>
            </a:r>
          </a:p>
        </p:txBody>
      </p:sp>
      <p:sp>
        <p:nvSpPr>
          <p:cNvPr id="11" name="text-0446">
            <a:extLst xmlns:a="http://schemas.openxmlformats.org/drawingml/2006/main">
              <a:ext uri="{FF2B5EF4-FFF2-40B4-BE49-F238E27FC236}">
                <a16:creationId xmlns:a16="http://schemas.microsoft.com/office/drawing/2014/main" id="{5165C911-8405-485E-9CEE-D7EE32E9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ChaosDraftParty</a:t>
            </a:r>
          </a:p>
        </p:txBody>
      </p:sp>
      <p:sp>
        <p:nvSpPr>
          <p:cNvPr id="12" name="text-0447">
            <a:extLst xmlns:a="http://schemas.openxmlformats.org/drawingml/2006/main">
              <a:ext uri="{FF2B5EF4-FFF2-40B4-BE49-F238E27FC236}">
                <a16:creationId xmlns:a16="http://schemas.microsoft.com/office/drawing/2014/main" id="{E0B30322-B626-41A4-8C80-582CE2BD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624732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448">
            <a:extLst xmlns:a="http://schemas.openxmlformats.org/drawingml/2006/main">
              <a:ext uri="{FF2B5EF4-FFF2-40B4-BE49-F238E27FC236}">
                <a16:creationId xmlns:a16="http://schemas.microsoft.com/office/drawing/2014/main" id="{BDAAF5D0-4199-42D1-AD0B-0933FA52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APPENDIX / SKILL INVENTORY</a:t>
            </a:r>
          </a:p>
        </p:txBody>
      </p:sp>
      <p:sp>
        <p:nvSpPr>
          <p:cNvPr id="2" name="text-0449">
            <a:extLst xmlns:a="http://schemas.openxmlformats.org/drawingml/2006/main">
              <a:ext uri="{FF2B5EF4-FFF2-40B4-BE49-F238E27FC236}">
                <a16:creationId xmlns:a16="http://schemas.microsoft.com/office/drawing/2014/main" id="{8AB98E55-D742-4CBD-8D89-06F86581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450">
            <a:extLst xmlns:a="http://schemas.openxmlformats.org/drawingml/2006/main">
              <a:ext uri="{FF2B5EF4-FFF2-40B4-BE49-F238E27FC236}">
                <a16:creationId xmlns:a16="http://schemas.microsoft.com/office/drawing/2014/main" id="{865243E3-7197-45B6-983D-4BF5C9E2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4" name="accent-rail-0451">
            <a:extLst xmlns:a="http://schemas.openxmlformats.org/drawingml/2006/main">
              <a:ext uri="{FF2B5EF4-FFF2-40B4-BE49-F238E27FC236}">
                <a16:creationId xmlns:a16="http://schemas.microsoft.com/office/drawing/2014/main" id="{F60C460F-3AE8-4565-9283-DCB9D286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452">
            <a:extLst xmlns:a="http://schemas.openxmlformats.org/drawingml/2006/main">
              <a:ext uri="{FF2B5EF4-FFF2-40B4-BE49-F238E27FC236}">
                <a16:creationId xmlns:a16="http://schemas.microsoft.com/office/drawing/2014/main" id="{7A5277EE-6B36-41F3-910B-3D6EA5A6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10個のスキルは、役割と発動条件を先に固定する</a:t>
            </a:r>
          </a:p>
        </p:txBody>
      </p:sp>
      <p:sp>
        <p:nvSpPr>
          <p:cNvPr id="6" name="rule-0453">
            <a:extLst xmlns:a="http://schemas.openxmlformats.org/drawingml/2006/main">
              <a:ext uri="{FF2B5EF4-FFF2-40B4-BE49-F238E27FC236}">
                <a16:creationId xmlns:a16="http://schemas.microsoft.com/office/drawing/2014/main" id="{DC2F7D01-3B41-463F-8FBA-2913415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454">
            <a:extLst xmlns:a="http://schemas.openxmlformats.org/drawingml/2006/main">
              <a:ext uri="{FF2B5EF4-FFF2-40B4-BE49-F238E27FC236}">
                <a16:creationId xmlns:a16="http://schemas.microsoft.com/office/drawing/2014/main" id="{3ABECC31-2168-4E49-A254-A280AA7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8" name="shape-0455">
            <a:extLst xmlns:a="http://schemas.openxmlformats.org/drawingml/2006/main">
              <a:ext uri="{FF2B5EF4-FFF2-40B4-BE49-F238E27FC236}">
                <a16:creationId xmlns:a16="http://schemas.microsoft.com/office/drawing/2014/main" id="{A0C64D1D-8426-4F3C-97E1-7F816DF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456">
            <a:extLst xmlns:a="http://schemas.openxmlformats.org/drawingml/2006/main">
              <a:ext uri="{FF2B5EF4-FFF2-40B4-BE49-F238E27FC236}">
                <a16:creationId xmlns:a16="http://schemas.microsoft.com/office/drawing/2014/main" id="{CB734EA1-53A9-4E32-A343-E89061E4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Dash</a:t>
            </a:r>
          </a:p>
        </p:txBody>
      </p:sp>
      <p:sp>
        <p:nvSpPr>
          <p:cNvPr id="10" name="text-0457">
            <a:extLst xmlns:a="http://schemas.openxmlformats.org/drawingml/2006/main">
              <a:ext uri="{FF2B5EF4-FFF2-40B4-BE49-F238E27FC236}">
                <a16:creationId xmlns:a16="http://schemas.microsoft.com/office/drawing/2014/main" id="{59C7CC3E-6602-4BB6-9864-4E6E931C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574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MOVE</a:t>
            </a:r>
          </a:p>
        </p:txBody>
      </p:sp>
      <p:sp>
        <p:nvSpPr>
          <p:cNvPr id="11" name="text-0458">
            <a:extLst xmlns:a="http://schemas.openxmlformats.org/drawingml/2006/main">
              <a:ext uri="{FF2B5EF4-FFF2-40B4-BE49-F238E27FC236}">
                <a16:creationId xmlns:a16="http://schemas.microsoft.com/office/drawing/2014/main" id="{4BD3F3BE-13FB-4BA0-82AB-410D27AA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57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2秒間 速度1.8倍</a:t>
            </a:r>
          </a:p>
        </p:txBody>
      </p:sp>
      <p:sp>
        <p:nvSpPr>
          <p:cNvPr id="12" name="shape-0459">
            <a:extLst xmlns:a="http://schemas.openxmlformats.org/drawingml/2006/main">
              <a:ext uri="{FF2B5EF4-FFF2-40B4-BE49-F238E27FC236}">
                <a16:creationId xmlns:a16="http://schemas.microsoft.com/office/drawing/2014/main" id="{8B3EC6CB-A184-421A-9646-FE65E052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3" name="shape-0460">
            <a:extLst xmlns:a="http://schemas.openxmlformats.org/drawingml/2006/main">
              <a:ext uri="{FF2B5EF4-FFF2-40B4-BE49-F238E27FC236}">
                <a16:creationId xmlns:a16="http://schemas.microsoft.com/office/drawing/2014/main" id="{793784F4-9FAA-414A-AF32-F0F32594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461">
            <a:extLst xmlns:a="http://schemas.openxmlformats.org/drawingml/2006/main">
              <a:ext uri="{FF2B5EF4-FFF2-40B4-BE49-F238E27FC236}">
                <a16:creationId xmlns:a16="http://schemas.microsoft.com/office/drawing/2014/main" id="{76F8CB0B-AD9F-4D75-AD4D-9A8BD7BD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Jump Boost</a:t>
            </a:r>
          </a:p>
        </p:txBody>
      </p:sp>
      <p:sp>
        <p:nvSpPr>
          <p:cNvPr id="15" name="text-0462">
            <a:extLst xmlns:a="http://schemas.openxmlformats.org/drawingml/2006/main">
              <a:ext uri="{FF2B5EF4-FFF2-40B4-BE49-F238E27FC236}">
                <a16:creationId xmlns:a16="http://schemas.microsoft.com/office/drawing/2014/main" id="{DA44373B-109E-4BF1-8EAC-47FDD410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765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MOVE</a:t>
            </a:r>
          </a:p>
        </p:txBody>
      </p:sp>
      <p:sp>
        <p:nvSpPr>
          <p:cNvPr id="16" name="text-0463">
            <a:extLst xmlns:a="http://schemas.openxmlformats.org/drawingml/2006/main">
              <a:ext uri="{FF2B5EF4-FFF2-40B4-BE49-F238E27FC236}">
                <a16:creationId xmlns:a16="http://schemas.microsoft.com/office/drawing/2014/main" id="{BE8EE766-148B-4713-A690-79264B8D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高いジャンプを1回</a:t>
            </a:r>
          </a:p>
        </p:txBody>
      </p:sp>
      <p:sp>
        <p:nvSpPr>
          <p:cNvPr id="17" name="shape-0464">
            <a:extLst xmlns:a="http://schemas.openxmlformats.org/drawingml/2006/main">
              <a:ext uri="{FF2B5EF4-FFF2-40B4-BE49-F238E27FC236}">
                <a16:creationId xmlns:a16="http://schemas.microsoft.com/office/drawing/2014/main" id="{45CFEECD-60DF-41C4-8377-DCDD551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8" name="shape-0465">
            <a:extLst xmlns:a="http://schemas.openxmlformats.org/drawingml/2006/main">
              <a:ext uri="{FF2B5EF4-FFF2-40B4-BE49-F238E27FC236}">
                <a16:creationId xmlns:a16="http://schemas.microsoft.com/office/drawing/2014/main" id="{21E64709-F3FD-4D4E-B624-DECB58B7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466">
            <a:extLst xmlns:a="http://schemas.openxmlformats.org/drawingml/2006/main">
              <a:ext uri="{FF2B5EF4-FFF2-40B4-BE49-F238E27FC236}">
                <a16:creationId xmlns:a16="http://schemas.microsoft.com/office/drawing/2014/main" id="{266FBCA9-E20F-48E8-B39D-34BD30A6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Grapple</a:t>
            </a:r>
          </a:p>
        </p:txBody>
      </p:sp>
      <p:sp>
        <p:nvSpPr>
          <p:cNvPr id="20" name="text-0467">
            <a:extLst xmlns:a="http://schemas.openxmlformats.org/drawingml/2006/main">
              <a:ext uri="{FF2B5EF4-FFF2-40B4-BE49-F238E27FC236}">
                <a16:creationId xmlns:a16="http://schemas.microsoft.com/office/drawing/2014/main" id="{28DB87C9-A214-4134-868B-00CCCA53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957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MOVE</a:t>
            </a:r>
          </a:p>
        </p:txBody>
      </p:sp>
      <p:sp>
        <p:nvSpPr>
          <p:cNvPr id="21" name="text-0468">
            <a:extLst xmlns:a="http://schemas.openxmlformats.org/drawingml/2006/main">
              <a:ext uri="{FF2B5EF4-FFF2-40B4-BE49-F238E27FC236}">
                <a16:creationId xmlns:a16="http://schemas.microsoft.com/office/drawing/2014/main" id="{B1635C15-74A9-4F22-B47F-77A09C95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95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15m先を引き寄せ</a:t>
            </a:r>
          </a:p>
        </p:txBody>
      </p:sp>
      <p:sp>
        <p:nvSpPr>
          <p:cNvPr id="22" name="shape-0469">
            <a:extLst xmlns:a="http://schemas.openxmlformats.org/drawingml/2006/main">
              <a:ext uri="{FF2B5EF4-FFF2-40B4-BE49-F238E27FC236}">
                <a16:creationId xmlns:a16="http://schemas.microsoft.com/office/drawing/2014/main" id="{5B46E704-AB71-4754-865F-E60A27E3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3" name="shape-0470">
            <a:extLst xmlns:a="http://schemas.openxmlformats.org/drawingml/2006/main">
              <a:ext uri="{FF2B5EF4-FFF2-40B4-BE49-F238E27FC236}">
                <a16:creationId xmlns:a16="http://schemas.microsoft.com/office/drawing/2014/main" id="{8E441567-52EB-43F2-A7F6-165EB2EB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471">
            <a:extLst xmlns:a="http://schemas.openxmlformats.org/drawingml/2006/main">
              <a:ext uri="{FF2B5EF4-FFF2-40B4-BE49-F238E27FC236}">
                <a16:creationId xmlns:a16="http://schemas.microsoft.com/office/drawing/2014/main" id="{2364220F-1862-4DDE-B055-74DCB3C3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Hover</a:t>
            </a:r>
          </a:p>
        </p:txBody>
      </p:sp>
      <p:sp>
        <p:nvSpPr>
          <p:cNvPr id="25" name="text-0472">
            <a:extLst xmlns:a="http://schemas.openxmlformats.org/drawingml/2006/main">
              <a:ext uri="{FF2B5EF4-FFF2-40B4-BE49-F238E27FC236}">
                <a16:creationId xmlns:a16="http://schemas.microsoft.com/office/drawing/2014/main" id="{C369ADA2-C409-4C54-9C09-0C7870B4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148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MOVE</a:t>
            </a:r>
          </a:p>
        </p:txBody>
      </p:sp>
      <p:sp>
        <p:nvSpPr>
          <p:cNvPr id="26" name="text-0473">
            <a:extLst xmlns:a="http://schemas.openxmlformats.org/drawingml/2006/main">
              <a:ext uri="{FF2B5EF4-FFF2-40B4-BE49-F238E27FC236}">
                <a16:creationId xmlns:a16="http://schemas.microsoft.com/office/drawing/2014/main" id="{B840AAAD-6CC7-4D49-AC0C-07F3E309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14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空中で短時間滞空</a:t>
            </a:r>
          </a:p>
        </p:txBody>
      </p:sp>
      <p:sp>
        <p:nvSpPr>
          <p:cNvPr id="27" name="shape-0474">
            <a:extLst xmlns:a="http://schemas.openxmlformats.org/drawingml/2006/main">
              <a:ext uri="{FF2B5EF4-FFF2-40B4-BE49-F238E27FC236}">
                <a16:creationId xmlns:a16="http://schemas.microsoft.com/office/drawing/2014/main" id="{133E92BF-5469-4F80-A261-41E14ADF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8" name="shape-0475">
            <a:extLst xmlns:a="http://schemas.openxmlformats.org/drawingml/2006/main">
              <a:ext uri="{FF2B5EF4-FFF2-40B4-BE49-F238E27FC236}">
                <a16:creationId xmlns:a16="http://schemas.microsoft.com/office/drawing/2014/main" id="{AC28CA0A-A9B4-4E34-AB60-453BF060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0476">
            <a:extLst xmlns:a="http://schemas.openxmlformats.org/drawingml/2006/main">
              <a:ext uri="{FF2B5EF4-FFF2-40B4-BE49-F238E27FC236}">
                <a16:creationId xmlns:a16="http://schemas.microsoft.com/office/drawing/2014/main" id="{16BD7B84-9869-451B-8096-2FD8CAB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Pulse</a:t>
            </a:r>
          </a:p>
        </p:txBody>
      </p:sp>
      <p:sp>
        <p:nvSpPr>
          <p:cNvPr id="30" name="text-0477">
            <a:extLst xmlns:a="http://schemas.openxmlformats.org/drawingml/2006/main">
              <a:ext uri="{FF2B5EF4-FFF2-40B4-BE49-F238E27FC236}">
                <a16:creationId xmlns:a16="http://schemas.microsoft.com/office/drawing/2014/main" id="{DD39CC6F-1DB7-4C08-BEF6-887B196B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34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HIT</a:t>
            </a:r>
          </a:p>
        </p:txBody>
      </p:sp>
      <p:sp>
        <p:nvSpPr>
          <p:cNvPr id="31" name="text-0478">
            <a:extLst xmlns:a="http://schemas.openxmlformats.org/drawingml/2006/main">
              <a:ext uri="{FF2B5EF4-FFF2-40B4-BE49-F238E27FC236}">
                <a16:creationId xmlns:a16="http://schemas.microsoft.com/office/drawing/2014/main" id="{62F82657-4F94-410F-A5CD-1BD9209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34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前方へ吹き飛ばし弾</a:t>
            </a:r>
          </a:p>
        </p:txBody>
      </p:sp>
      <p:sp>
        <p:nvSpPr>
          <p:cNvPr id="32" name="shape-0479">
            <a:extLst xmlns:a="http://schemas.openxmlformats.org/drawingml/2006/main">
              <a:ext uri="{FF2B5EF4-FFF2-40B4-BE49-F238E27FC236}">
                <a16:creationId xmlns:a16="http://schemas.microsoft.com/office/drawing/2014/main" id="{34D44B28-F732-4565-948B-A4CBDE5F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33" name="shape-0480">
            <a:extLst xmlns:a="http://schemas.openxmlformats.org/drawingml/2006/main">
              <a:ext uri="{FF2B5EF4-FFF2-40B4-BE49-F238E27FC236}">
                <a16:creationId xmlns:a16="http://schemas.microsoft.com/office/drawing/2014/main" id="{295C44F3-F560-435D-9F13-78CBEE4D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0481">
            <a:extLst xmlns:a="http://schemas.openxmlformats.org/drawingml/2006/main">
              <a:ext uri="{FF2B5EF4-FFF2-40B4-BE49-F238E27FC236}">
                <a16:creationId xmlns:a16="http://schemas.microsoft.com/office/drawing/2014/main" id="{BD8E0BFF-388C-4AAE-A017-4AB9DC4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Bomb</a:t>
            </a:r>
          </a:p>
        </p:txBody>
      </p:sp>
      <p:sp>
        <p:nvSpPr>
          <p:cNvPr id="35" name="text-0482">
            <a:extLst xmlns:a="http://schemas.openxmlformats.org/drawingml/2006/main">
              <a:ext uri="{FF2B5EF4-FFF2-40B4-BE49-F238E27FC236}">
                <a16:creationId xmlns:a16="http://schemas.microsoft.com/office/drawing/2014/main" id="{A6D79098-4A9F-4538-A6AA-1D7B21D5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HIT</a:t>
            </a:r>
          </a:p>
        </p:txBody>
      </p:sp>
      <p:sp>
        <p:nvSpPr>
          <p:cNvPr id="36" name="text-0483">
            <a:extLst xmlns:a="http://schemas.openxmlformats.org/drawingml/2006/main">
              <a:ext uri="{FF2B5EF4-FFF2-40B4-BE49-F238E27FC236}">
                <a16:creationId xmlns:a16="http://schemas.microsoft.com/office/drawing/2014/main" id="{565255C1-A0D5-4152-B4CE-DB234CBA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投擲後に爆発</a:t>
            </a:r>
          </a:p>
        </p:txBody>
      </p:sp>
      <p:sp>
        <p:nvSpPr>
          <p:cNvPr id="37" name="shape-0484">
            <a:extLst xmlns:a="http://schemas.openxmlformats.org/drawingml/2006/main">
              <a:ext uri="{FF2B5EF4-FFF2-40B4-BE49-F238E27FC236}">
                <a16:creationId xmlns:a16="http://schemas.microsoft.com/office/drawing/2014/main" id="{C5392422-7D8C-4524-A532-963D5283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38" name="shape-0485">
            <a:extLst xmlns:a="http://schemas.openxmlformats.org/drawingml/2006/main">
              <a:ext uri="{FF2B5EF4-FFF2-40B4-BE49-F238E27FC236}">
                <a16:creationId xmlns:a16="http://schemas.microsoft.com/office/drawing/2014/main" id="{C0137980-DFE0-4ABB-82EE-2212DC89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0486">
            <a:extLst xmlns:a="http://schemas.openxmlformats.org/drawingml/2006/main">
              <a:ext uri="{FF2B5EF4-FFF2-40B4-BE49-F238E27FC236}">
                <a16:creationId xmlns:a16="http://schemas.microsoft.com/office/drawing/2014/main" id="{21ABCFE2-3D04-483E-B207-B1C0D5D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Shield</a:t>
            </a:r>
          </a:p>
        </p:txBody>
      </p:sp>
      <p:sp>
        <p:nvSpPr>
          <p:cNvPr id="40" name="text-0487">
            <a:extLst xmlns:a="http://schemas.openxmlformats.org/drawingml/2006/main">
              <a:ext uri="{FF2B5EF4-FFF2-40B4-BE49-F238E27FC236}">
                <a16:creationId xmlns:a16="http://schemas.microsoft.com/office/drawing/2014/main" id="{53044EB6-4298-4364-BDB1-99F5FE19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HIT</a:t>
            </a:r>
          </a:p>
        </p:txBody>
      </p:sp>
      <p:sp>
        <p:nvSpPr>
          <p:cNvPr id="41" name="text-0488">
            <a:extLst xmlns:a="http://schemas.openxmlformats.org/drawingml/2006/main">
              <a:ext uri="{FF2B5EF4-FFF2-40B4-BE49-F238E27FC236}">
                <a16:creationId xmlns:a16="http://schemas.microsoft.com/office/drawing/2014/main" id="{76AF99F8-85DB-4E16-B382-C15699B6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短時間無敵・速度低下</a:t>
            </a:r>
          </a:p>
        </p:txBody>
      </p:sp>
      <p:sp>
        <p:nvSpPr>
          <p:cNvPr id="42" name="shape-0489">
            <a:extLst xmlns:a="http://schemas.openxmlformats.org/drawingml/2006/main">
              <a:ext uri="{FF2B5EF4-FFF2-40B4-BE49-F238E27FC236}">
                <a16:creationId xmlns:a16="http://schemas.microsoft.com/office/drawing/2014/main" id="{06BD0F78-D645-442A-A09F-D938C5BB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43" name="shape-0490">
            <a:extLst xmlns:a="http://schemas.openxmlformats.org/drawingml/2006/main">
              <a:ext uri="{FF2B5EF4-FFF2-40B4-BE49-F238E27FC236}">
                <a16:creationId xmlns:a16="http://schemas.microsoft.com/office/drawing/2014/main" id="{548320D9-ADB8-459C-A2C5-006E7DB7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0491">
            <a:extLst xmlns:a="http://schemas.openxmlformats.org/drawingml/2006/main">
              <a:ext uri="{FF2B5EF4-FFF2-40B4-BE49-F238E27FC236}">
                <a16:creationId xmlns:a16="http://schemas.microsoft.com/office/drawing/2014/main" id="{13C67179-5E0C-4B66-96B7-9E336707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Mirage</a:t>
            </a:r>
          </a:p>
        </p:txBody>
      </p:sp>
      <p:sp>
        <p:nvSpPr>
          <p:cNvPr id="45" name="text-0492">
            <a:extLst xmlns:a="http://schemas.openxmlformats.org/drawingml/2006/main">
              <a:ext uri="{FF2B5EF4-FFF2-40B4-BE49-F238E27FC236}">
                <a16:creationId xmlns:a16="http://schemas.microsoft.com/office/drawing/2014/main" id="{57E87573-2DFD-4F2F-8AF3-DBA7F466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HIT</a:t>
            </a:r>
          </a:p>
        </p:txBody>
      </p:sp>
      <p:sp>
        <p:nvSpPr>
          <p:cNvPr id="46" name="text-0493">
            <a:extLst xmlns:a="http://schemas.openxmlformats.org/drawingml/2006/main">
              <a:ext uri="{FF2B5EF4-FFF2-40B4-BE49-F238E27FC236}">
                <a16:creationId xmlns:a16="http://schemas.microsoft.com/office/drawing/2014/main" id="{8A203079-B748-4CBB-A3AD-1FF7B8BD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95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相手の移動入力を反転</a:t>
            </a:r>
          </a:p>
        </p:txBody>
      </p:sp>
      <p:sp>
        <p:nvSpPr>
          <p:cNvPr id="47" name="shape-0494">
            <a:extLst xmlns:a="http://schemas.openxmlformats.org/drawingml/2006/main">
              <a:ext uri="{FF2B5EF4-FFF2-40B4-BE49-F238E27FC236}">
                <a16:creationId xmlns:a16="http://schemas.microsoft.com/office/drawing/2014/main" id="{DFD77695-6D1B-440D-AF91-C4246DE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48" name="shape-0495">
            <a:extLst xmlns:a="http://schemas.openxmlformats.org/drawingml/2006/main">
              <a:ext uri="{FF2B5EF4-FFF2-40B4-BE49-F238E27FC236}">
                <a16:creationId xmlns:a16="http://schemas.microsoft.com/office/drawing/2014/main" id="{8574E5ED-EDE9-498F-A575-519EA421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0496">
            <a:extLst xmlns:a="http://schemas.openxmlformats.org/drawingml/2006/main">
              <a:ext uri="{FF2B5EF4-FFF2-40B4-BE49-F238E27FC236}">
                <a16:creationId xmlns:a16="http://schemas.microsoft.com/office/drawing/2014/main" id="{44485EC2-F8D8-4373-AC47-94499362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Radar</a:t>
            </a:r>
          </a:p>
        </p:txBody>
      </p:sp>
      <p:sp>
        <p:nvSpPr>
          <p:cNvPr id="50" name="text-0497">
            <a:extLst xmlns:a="http://schemas.openxmlformats.org/drawingml/2006/main">
              <a:ext uri="{FF2B5EF4-FFF2-40B4-BE49-F238E27FC236}">
                <a16:creationId xmlns:a16="http://schemas.microsoft.com/office/drawing/2014/main" id="{F5FBB565-EFBC-425D-AC56-A592D02E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SENSE</a:t>
            </a:r>
          </a:p>
        </p:txBody>
      </p:sp>
      <p:sp>
        <p:nvSpPr>
          <p:cNvPr id="51" name="text-0498">
            <a:extLst xmlns:a="http://schemas.openxmlformats.org/drawingml/2006/main">
              <a:ext uri="{FF2B5EF4-FFF2-40B4-BE49-F238E27FC236}">
                <a16:creationId xmlns:a16="http://schemas.microsoft.com/office/drawing/2014/main" id="{221ADD22-BE67-4FF3-9A71-AFFBA63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近距離の敵を表示</a:t>
            </a:r>
          </a:p>
        </p:txBody>
      </p:sp>
      <p:sp>
        <p:nvSpPr>
          <p:cNvPr id="52" name="shape-0499">
            <a:extLst xmlns:a="http://schemas.openxmlformats.org/drawingml/2006/main">
              <a:ext uri="{FF2B5EF4-FFF2-40B4-BE49-F238E27FC236}">
                <a16:creationId xmlns:a16="http://schemas.microsoft.com/office/drawing/2014/main" id="{B790E1A7-93FD-4C4B-B6F2-AB74573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21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53" name="shape-0500">
            <a:extLst xmlns:a="http://schemas.openxmlformats.org/drawingml/2006/main">
              <a:ext uri="{FF2B5EF4-FFF2-40B4-BE49-F238E27FC236}">
                <a16:creationId xmlns:a16="http://schemas.microsoft.com/office/drawing/2014/main" id="{9381A303-F84D-4CF5-A71D-1A153D99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-0501">
            <a:extLst xmlns:a="http://schemas.openxmlformats.org/drawingml/2006/main">
              <a:ext uri="{FF2B5EF4-FFF2-40B4-BE49-F238E27FC236}">
                <a16:creationId xmlns:a16="http://schemas.microsoft.com/office/drawing/2014/main" id="{F0E53D20-093F-4D4A-B29A-56280B16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340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Revive</a:t>
            </a:r>
          </a:p>
        </p:txBody>
      </p:sp>
      <p:sp>
        <p:nvSpPr>
          <p:cNvPr id="55" name="text-0502">
            <a:extLst xmlns:a="http://schemas.openxmlformats.org/drawingml/2006/main">
              <a:ext uri="{FF2B5EF4-FFF2-40B4-BE49-F238E27FC236}">
                <a16:creationId xmlns:a16="http://schemas.microsoft.com/office/drawing/2014/main" id="{31669374-15FE-4EE5-AF63-5C46F494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D446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8BD446"/>
                </a:solidFill>
                <a:latin typeface="Meiryo"/>
                <a:ea typeface="Meiryo"/>
                <a:cs typeface="Meiryo"/>
              </a:rPr>
              <a:t>SENSE</a:t>
            </a:r>
          </a:p>
        </p:txBody>
      </p:sp>
      <p:sp>
        <p:nvSpPr>
          <p:cNvPr id="56" name="text-0503">
            <a:extLst xmlns:a="http://schemas.openxmlformats.org/drawingml/2006/main">
              <a:ext uri="{FF2B5EF4-FFF2-40B4-BE49-F238E27FC236}">
                <a16:creationId xmlns:a16="http://schemas.microsoft.com/office/drawing/2014/main" id="{81408D8C-2C36-421C-A53F-0DD29361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34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HP0時に踏ん張る</a:t>
            </a:r>
          </a:p>
        </p:txBody>
      </p:sp>
    </p:spTree>
    <p:extLst>
      <p:ext uri="{BB962C8B-B14F-4D97-AF65-F5344CB8AC3E}">
        <p14:creationId xmlns:p14="http://schemas.microsoft.com/office/powerpoint/2010/main" val="16708535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504">
            <a:extLst xmlns:a="http://schemas.openxmlformats.org/drawingml/2006/main">
              <a:ext uri="{FF2B5EF4-FFF2-40B4-BE49-F238E27FC236}">
                <a16:creationId xmlns:a16="http://schemas.microsoft.com/office/drawing/2014/main" id="{616295E3-992F-478C-8A91-47679170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APPENDIX / EVALUATION PROTOCOL</a:t>
            </a:r>
          </a:p>
        </p:txBody>
      </p:sp>
      <p:sp>
        <p:nvSpPr>
          <p:cNvPr id="2" name="text-0505">
            <a:extLst xmlns:a="http://schemas.openxmlformats.org/drawingml/2006/main">
              <a:ext uri="{FF2B5EF4-FFF2-40B4-BE49-F238E27FC236}">
                <a16:creationId xmlns:a16="http://schemas.microsoft.com/office/drawing/2014/main" id="{CD45F458-57A6-4F9D-8D77-F7B11F85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506">
            <a:extLst xmlns:a="http://schemas.openxmlformats.org/drawingml/2006/main">
              <a:ext uri="{FF2B5EF4-FFF2-40B4-BE49-F238E27FC236}">
                <a16:creationId xmlns:a16="http://schemas.microsoft.com/office/drawing/2014/main" id="{0BF949CD-0F4D-464E-809B-6504B12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4" name="accent-rail-0507">
            <a:extLst xmlns:a="http://schemas.openxmlformats.org/drawingml/2006/main">
              <a:ext uri="{FF2B5EF4-FFF2-40B4-BE49-F238E27FC236}">
                <a16:creationId xmlns:a16="http://schemas.microsoft.com/office/drawing/2014/main" id="{EB688705-ADF3-4C16-A5B6-4993E464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508">
            <a:extLst xmlns:a="http://schemas.openxmlformats.org/drawingml/2006/main">
              <a:ext uri="{FF2B5EF4-FFF2-40B4-BE49-F238E27FC236}">
                <a16:creationId xmlns:a16="http://schemas.microsoft.com/office/drawing/2014/main" id="{7E451B76-44E7-4350-B4FE-B8A2A310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評価は“見る・遊ぶ・理由を聞く”の3段階で行う</a:t>
            </a:r>
          </a:p>
        </p:txBody>
      </p:sp>
      <p:sp>
        <p:nvSpPr>
          <p:cNvPr id="6" name="rule-0509">
            <a:extLst xmlns:a="http://schemas.openxmlformats.org/drawingml/2006/main">
              <a:ext uri="{FF2B5EF4-FFF2-40B4-BE49-F238E27FC236}">
                <a16:creationId xmlns:a16="http://schemas.microsoft.com/office/drawing/2014/main" id="{5B2541E4-F96B-4DB6-B416-DF22C152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510">
            <a:extLst xmlns:a="http://schemas.openxmlformats.org/drawingml/2006/main">
              <a:ext uri="{FF2B5EF4-FFF2-40B4-BE49-F238E27FC236}">
                <a16:creationId xmlns:a16="http://schemas.microsoft.com/office/drawing/2014/main" id="{C63D8101-8164-4F59-B75B-0B5E3937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125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8" name="shape-0511">
            <a:extLst xmlns:a="http://schemas.openxmlformats.org/drawingml/2006/main">
              <a:ext uri="{FF2B5EF4-FFF2-40B4-BE49-F238E27FC236}">
                <a16:creationId xmlns:a16="http://schemas.microsoft.com/office/drawing/2014/main" id="{F2C403C6-1584-43E1-B03F-30B7EE44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512">
            <a:extLst xmlns:a="http://schemas.openxmlformats.org/drawingml/2006/main">
              <a:ext uri="{FF2B5EF4-FFF2-40B4-BE49-F238E27FC236}">
                <a16:creationId xmlns:a16="http://schemas.microsoft.com/office/drawing/2014/main" id="{66577CEC-296E-4C3B-9D8E-88E216AF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text-0513">
            <a:extLst xmlns:a="http://schemas.openxmlformats.org/drawingml/2006/main">
              <a:ext uri="{FF2B5EF4-FFF2-40B4-BE49-F238E27FC236}">
                <a16:creationId xmlns:a16="http://schemas.microsoft.com/office/drawing/2014/main" id="{6CC3101C-775F-425D-A8C2-B8DF07C4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見る</a:t>
            </a:r>
          </a:p>
        </p:txBody>
      </p:sp>
      <p:sp>
        <p:nvSpPr>
          <p:cNvPr id="11" name="text-0514">
            <a:extLst xmlns:a="http://schemas.openxmlformats.org/drawingml/2006/main">
              <a:ext uri="{FF2B5EF4-FFF2-40B4-BE49-F238E27FC236}">
                <a16:creationId xmlns:a16="http://schemas.microsoft.com/office/drawing/2014/main" id="{954111D0-E89C-49C3-8625-93A6121E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81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10秒の無説明映像</a:t>
            </a:r>
          </a:p>
        </p:txBody>
      </p:sp>
      <p:sp>
        <p:nvSpPr>
          <p:cNvPr id="12" name="text-0515">
            <a:extLst xmlns:a="http://schemas.openxmlformats.org/drawingml/2006/main">
              <a:ext uri="{FF2B5EF4-FFF2-40B4-BE49-F238E27FC236}">
                <a16:creationId xmlns:a16="http://schemas.microsoft.com/office/drawing/2014/main" id="{D4ED458F-3B76-44DD-AA38-D3273E1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ゲームの目的を自分の言葉で説明してもらう</a:t>
            </a:r>
          </a:p>
        </p:txBody>
      </p:sp>
      <p:sp>
        <p:nvSpPr>
          <p:cNvPr id="13" name="shape-0516">
            <a:extLst xmlns:a="http://schemas.openxmlformats.org/drawingml/2006/main">
              <a:ext uri="{FF2B5EF4-FFF2-40B4-BE49-F238E27FC236}">
                <a16:creationId xmlns:a16="http://schemas.microsoft.com/office/drawing/2014/main" id="{1CFFB57E-D20B-4109-BF23-6B725456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1125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4" name="shape-0517">
            <a:extLst xmlns:a="http://schemas.openxmlformats.org/drawingml/2006/main">
              <a:ext uri="{FF2B5EF4-FFF2-40B4-BE49-F238E27FC236}">
                <a16:creationId xmlns:a16="http://schemas.microsoft.com/office/drawing/2014/main" id="{291A6416-A023-48C9-BE79-8C6CBB4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518">
            <a:extLst xmlns:a="http://schemas.openxmlformats.org/drawingml/2006/main">
              <a:ext uri="{FF2B5EF4-FFF2-40B4-BE49-F238E27FC236}">
                <a16:creationId xmlns:a16="http://schemas.microsoft.com/office/drawing/2014/main" id="{451A245A-DCB8-4CC8-B98A-D521C15F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6" name="text-0519">
            <a:extLst xmlns:a="http://schemas.openxmlformats.org/drawingml/2006/main">
              <a:ext uri="{FF2B5EF4-FFF2-40B4-BE49-F238E27FC236}">
                <a16:creationId xmlns:a16="http://schemas.microsoft.com/office/drawing/2014/main" id="{B0374995-B8DF-433B-997F-93BB5E31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遊ぶ</a:t>
            </a:r>
          </a:p>
        </p:txBody>
      </p:sp>
      <p:sp>
        <p:nvSpPr>
          <p:cNvPr id="17" name="text-0520">
            <a:extLst xmlns:a="http://schemas.openxmlformats.org/drawingml/2006/main">
              <a:ext uri="{FF2B5EF4-FFF2-40B4-BE49-F238E27FC236}">
                <a16:creationId xmlns:a16="http://schemas.microsoft.com/office/drawing/2014/main" id="{EBF35CCA-8CEA-41E4-855C-64E5FF09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60秒ラウンドを反復</a:t>
            </a:r>
          </a:p>
        </p:txBody>
      </p:sp>
      <p:sp>
        <p:nvSpPr>
          <p:cNvPr id="18" name="text-0521">
            <a:extLst xmlns:a="http://schemas.openxmlformats.org/drawingml/2006/main">
              <a:ext uri="{FF2B5EF4-FFF2-40B4-BE49-F238E27FC236}">
                <a16:creationId xmlns:a16="http://schemas.microsoft.com/office/drawing/2014/main" id="{CCF9277E-857D-489E-8649-C425E965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接触回数・スキル使用場面・KO原因を記録する</a:t>
            </a:r>
          </a:p>
        </p:txBody>
      </p:sp>
      <p:sp>
        <p:nvSpPr>
          <p:cNvPr id="19" name="shape-0522">
            <a:extLst xmlns:a="http://schemas.openxmlformats.org/drawingml/2006/main">
              <a:ext uri="{FF2B5EF4-FFF2-40B4-BE49-F238E27FC236}">
                <a16:creationId xmlns:a16="http://schemas.microsoft.com/office/drawing/2014/main" id="{9EB15CCE-1474-44F5-A150-B785A66E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1125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20" name="shape-0523">
            <a:extLst xmlns:a="http://schemas.openxmlformats.org/drawingml/2006/main">
              <a:ext uri="{FF2B5EF4-FFF2-40B4-BE49-F238E27FC236}">
                <a16:creationId xmlns:a16="http://schemas.microsoft.com/office/drawing/2014/main" id="{518DC270-2789-44A2-9779-8327260E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524">
            <a:extLst xmlns:a="http://schemas.openxmlformats.org/drawingml/2006/main">
              <a:ext uri="{FF2B5EF4-FFF2-40B4-BE49-F238E27FC236}">
                <a16:creationId xmlns:a16="http://schemas.microsoft.com/office/drawing/2014/main" id="{BAE2A2C3-A01D-4EC3-9254-977ED635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22" name="text-0525">
            <a:extLst xmlns:a="http://schemas.openxmlformats.org/drawingml/2006/main">
              <a:ext uri="{FF2B5EF4-FFF2-40B4-BE49-F238E27FC236}">
                <a16:creationId xmlns:a16="http://schemas.microsoft.com/office/drawing/2014/main" id="{68439B3B-F4AD-42F1-8CFA-A5E050C7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01418"/>
                </a:solidFill>
                <a:latin typeface="Meiryo"/>
                <a:ea typeface="Meiryo"/>
                <a:cs typeface="Meiryo"/>
              </a:rPr>
              <a:t>聞く</a:t>
            </a:r>
          </a:p>
        </p:txBody>
      </p:sp>
      <p:sp>
        <p:nvSpPr>
          <p:cNvPr id="23" name="text-0526">
            <a:extLst xmlns:a="http://schemas.openxmlformats.org/drawingml/2006/main">
              <a:ext uri="{FF2B5EF4-FFF2-40B4-BE49-F238E27FC236}">
                <a16:creationId xmlns:a16="http://schemas.microsoft.com/office/drawing/2014/main" id="{4B53340A-1491-4D41-B57F-C1FA8F14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81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ラウンド直後の短い質問</a:t>
            </a:r>
          </a:p>
        </p:txBody>
      </p:sp>
      <p:sp>
        <p:nvSpPr>
          <p:cNvPr id="24" name="text-0527">
            <a:extLst xmlns:a="http://schemas.openxmlformats.org/drawingml/2006/main">
              <a:ext uri="{FF2B5EF4-FFF2-40B4-BE49-F238E27FC236}">
                <a16:creationId xmlns:a16="http://schemas.microsoft.com/office/drawing/2014/main" id="{4EBEBA81-BECD-45E2-9186-33ECBC57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面白かった理由、理不尽だった瞬間、次に選ぶスキルを聞く</a:t>
            </a:r>
          </a:p>
        </p:txBody>
      </p:sp>
      <p:sp>
        <p:nvSpPr>
          <p:cNvPr id="25" name="text-0528">
            <a:extLst xmlns:a="http://schemas.openxmlformats.org/drawingml/2006/main">
              <a:ext uri="{FF2B5EF4-FFF2-40B4-BE49-F238E27FC236}">
                <a16:creationId xmlns:a16="http://schemas.microsoft.com/office/drawing/2014/main" id="{1BFACF09-770A-4987-AA30-49BFB0D9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比較条件: 旧3D TPS試作と新2.5D試作で、理解と接触の差を見る。</a:t>
            </a:r>
          </a:p>
        </p:txBody>
      </p:sp>
    </p:spTree>
    <p:extLst>
      <p:ext uri="{BB962C8B-B14F-4D97-AF65-F5344CB8AC3E}">
        <p14:creationId xmlns:p14="http://schemas.microsoft.com/office/powerpoint/2010/main" val="14376363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529">
            <a:extLst xmlns:a="http://schemas.openxmlformats.org/drawingml/2006/main">
              <a:ext uri="{FF2B5EF4-FFF2-40B4-BE49-F238E27FC236}">
                <a16:creationId xmlns:a16="http://schemas.microsoft.com/office/drawing/2014/main" id="{1C98D87D-B68C-4183-95BD-B4B6E95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APPENDIX / RISKS &amp; SOURCES</a:t>
            </a:r>
          </a:p>
        </p:txBody>
      </p:sp>
      <p:sp>
        <p:nvSpPr>
          <p:cNvPr id="2" name="text-0530">
            <a:extLst xmlns:a="http://schemas.openxmlformats.org/drawingml/2006/main">
              <a:ext uri="{FF2B5EF4-FFF2-40B4-BE49-F238E27FC236}">
                <a16:creationId xmlns:a16="http://schemas.microsoft.com/office/drawing/2014/main" id="{BE6FB34C-318D-4D39-A2F1-95E4889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0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B6570"/>
                </a:solidFill>
                <a:latin typeface="Meiryo"/>
                <a:ea typeface="Meiryo"/>
                <a:cs typeface="Meiryo"/>
              </a:rPr>
              <a:t>ChaosDraftParty / Shimada Taisei</a:t>
            </a:r>
          </a:p>
        </p:txBody>
      </p:sp>
      <p:sp>
        <p:nvSpPr>
          <p:cNvPr id="3" name="text-0531">
            <a:extLst xmlns:a="http://schemas.openxmlformats.org/drawingml/2006/main">
              <a:ext uri="{FF2B5EF4-FFF2-40B4-BE49-F238E27FC236}">
                <a16:creationId xmlns:a16="http://schemas.microsoft.com/office/drawing/2014/main" id="{3F3F1469-F100-4D0C-9E1D-4248A7D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38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4" name="accent-rail-0532">
            <a:extLst xmlns:a="http://schemas.openxmlformats.org/drawingml/2006/main">
              <a:ext uri="{FF2B5EF4-FFF2-40B4-BE49-F238E27FC236}">
                <a16:creationId xmlns:a16="http://schemas.microsoft.com/office/drawing/2014/main" id="{F5ABD483-9BD9-4909-AD30-933F95F4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533">
            <a:extLst xmlns:a="http://schemas.openxmlformats.org/drawingml/2006/main">
              <a:ext uri="{FF2B5EF4-FFF2-40B4-BE49-F238E27FC236}">
                <a16:creationId xmlns:a16="http://schemas.microsoft.com/office/drawing/2014/main" id="{0B685B16-7CCB-4CF3-A0B5-A86F6DF9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残るリスクを、検証順で潰す</a:t>
            </a:r>
          </a:p>
        </p:txBody>
      </p:sp>
      <p:sp>
        <p:nvSpPr>
          <p:cNvPr id="6" name="rule-0534">
            <a:extLst xmlns:a="http://schemas.openxmlformats.org/drawingml/2006/main">
              <a:ext uri="{FF2B5EF4-FFF2-40B4-BE49-F238E27FC236}">
                <a16:creationId xmlns:a16="http://schemas.microsoft.com/office/drawing/2014/main" id="{33D328DF-0A0A-4D51-8C54-23C2405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535">
            <a:extLst xmlns:a="http://schemas.openxmlformats.org/drawingml/2006/main">
              <a:ext uri="{FF2B5EF4-FFF2-40B4-BE49-F238E27FC236}">
                <a16:creationId xmlns:a16="http://schemas.microsoft.com/office/drawing/2014/main" id="{2552A4F2-0310-4074-A30C-9AD3429C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1125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8" name="shape-0536">
            <a:extLst xmlns:a="http://schemas.openxmlformats.org/drawingml/2006/main">
              <a:ext uri="{FF2B5EF4-FFF2-40B4-BE49-F238E27FC236}">
                <a16:creationId xmlns:a16="http://schemas.microsoft.com/office/drawing/2014/main" id="{B18565B2-537A-4979-9CF7-CDD849AE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537">
            <a:extLst xmlns:a="http://schemas.openxmlformats.org/drawingml/2006/main">
              <a:ext uri="{FF2B5EF4-FFF2-40B4-BE49-F238E27FC236}">
                <a16:creationId xmlns:a16="http://schemas.microsoft.com/office/drawing/2014/main" id="{EC4E1FF7-EDAB-4074-BC8F-95F29F4F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131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3131"/>
                </a:solidFill>
                <a:latin typeface="Meiryo"/>
                <a:ea typeface="Meiryo"/>
                <a:cs typeface="Meiryo"/>
              </a:rPr>
              <a:t>ゲームカメラ</a:t>
            </a:r>
          </a:p>
        </p:txBody>
      </p:sp>
      <p:sp>
        <p:nvSpPr>
          <p:cNvPr id="10" name="text-0538">
            <a:extLst xmlns:a="http://schemas.openxmlformats.org/drawingml/2006/main">
              <a:ext uri="{FF2B5EF4-FFF2-40B4-BE49-F238E27FC236}">
                <a16:creationId xmlns:a16="http://schemas.microsoft.com/office/drawing/2014/main" id="{2604FB01-82A9-4C50-9D61-EB448C18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95500"/>
            <a:ext cx="889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Editor viewportではなく実ゲーム画面でフレーミングを確認する</a:t>
            </a:r>
          </a:p>
        </p:txBody>
      </p:sp>
      <p:sp>
        <p:nvSpPr>
          <p:cNvPr id="11" name="shape-0539">
            <a:extLst xmlns:a="http://schemas.openxmlformats.org/drawingml/2006/main">
              <a:ext uri="{FF2B5EF4-FFF2-40B4-BE49-F238E27FC236}">
                <a16:creationId xmlns:a16="http://schemas.microsoft.com/office/drawing/2014/main" id="{051E79FA-0751-4604-AB74-60DAF570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1125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2" name="shape-0540">
            <a:extLst xmlns:a="http://schemas.openxmlformats.org/drawingml/2006/main">
              <a:ext uri="{FF2B5EF4-FFF2-40B4-BE49-F238E27FC236}">
                <a16:creationId xmlns:a16="http://schemas.microsoft.com/office/drawing/2014/main" id="{FE6E465C-59D4-4F6E-9F65-84995382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541">
            <a:extLst xmlns:a="http://schemas.openxmlformats.org/drawingml/2006/main">
              <a:ext uri="{FF2B5EF4-FFF2-40B4-BE49-F238E27FC236}">
                <a16:creationId xmlns:a16="http://schemas.microsoft.com/office/drawing/2014/main" id="{E3B9023A-A97C-4E4B-8ABC-3F15FBB5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00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B800"/>
                </a:solidFill>
                <a:latin typeface="Meiryo"/>
                <a:ea typeface="Meiryo"/>
                <a:cs typeface="Meiryo"/>
              </a:rPr>
              <a:t>操作入力</a:t>
            </a:r>
          </a:p>
        </p:txBody>
      </p:sp>
      <p:sp>
        <p:nvSpPr>
          <p:cNvPr id="14" name="text-0542">
            <a:extLst xmlns:a="http://schemas.openxmlformats.org/drawingml/2006/main">
              <a:ext uri="{FF2B5EF4-FFF2-40B4-BE49-F238E27FC236}">
                <a16:creationId xmlns:a16="http://schemas.microsoft.com/office/drawing/2014/main" id="{22135ECE-F78D-42A5-8854-99312C6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14650"/>
            <a:ext cx="889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Enhanced Input assetへ完全移行し、複数端末の入力を揃える</a:t>
            </a:r>
          </a:p>
        </p:txBody>
      </p:sp>
      <p:sp>
        <p:nvSpPr>
          <p:cNvPr id="15" name="shape-0543">
            <a:extLst xmlns:a="http://schemas.openxmlformats.org/drawingml/2006/main">
              <a:ext uri="{FF2B5EF4-FFF2-40B4-BE49-F238E27FC236}">
                <a16:creationId xmlns:a16="http://schemas.microsoft.com/office/drawing/2014/main" id="{CFEC98AE-83C5-4E1D-B1B6-40DEC82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11125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  <a:ln xmlns:a="http://schemas.openxmlformats.org/drawingml/2006/main" w="9525">
            <a:solidFill>
              <a:srgbClr val="303840"/>
            </a:solidFill>
            <a:prstDash val="solid"/>
          </a:ln>
        </p:spPr>
      </p:sp>
      <p:sp>
        <p:nvSpPr>
          <p:cNvPr id="16" name="shape-0544">
            <a:extLst xmlns:a="http://schemas.openxmlformats.org/drawingml/2006/main">
              <a:ext uri="{FF2B5EF4-FFF2-40B4-BE49-F238E27FC236}">
                <a16:creationId xmlns:a16="http://schemas.microsoft.com/office/drawing/2014/main" id="{63055561-25FE-4A9E-8314-990B15F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545">
            <a:extLst xmlns:a="http://schemas.openxmlformats.org/drawingml/2006/main">
              <a:ext uri="{FF2B5EF4-FFF2-40B4-BE49-F238E27FC236}">
                <a16:creationId xmlns:a16="http://schemas.microsoft.com/office/drawing/2014/main" id="{B1C14D40-B77D-4A83-A287-376C1396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ADA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00AADA"/>
                </a:solidFill>
                <a:latin typeface="Meiryo"/>
                <a:ea typeface="Meiryo"/>
                <a:cs typeface="Meiryo"/>
              </a:rPr>
              <a:t>オンライン</a:t>
            </a:r>
          </a:p>
        </p:txBody>
      </p:sp>
      <p:sp>
        <p:nvSpPr>
          <p:cNvPr id="18" name="text-0546">
            <a:extLst xmlns:a="http://schemas.openxmlformats.org/drawingml/2006/main">
              <a:ext uri="{FF2B5EF4-FFF2-40B4-BE49-F238E27FC236}">
                <a16:creationId xmlns:a16="http://schemas.microsoft.com/office/drawing/2014/main" id="{10F1E382-F7F4-472A-B877-F0BA01A1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33800"/>
            <a:ext cx="889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9FB"/>
                </a:solidFill>
                <a:latin typeface="Meiryo"/>
                <a:ea typeface="Meiryo"/>
                <a:cs typeface="Meiryo"/>
              </a:rPr>
              <a:t>ローカルの体感が成立してからUE Replicationへ接続する</a:t>
            </a:r>
          </a:p>
        </p:txBody>
      </p:sp>
      <p:sp>
        <p:nvSpPr>
          <p:cNvPr id="19" name="rule-0547">
            <a:extLst xmlns:a="http://schemas.openxmlformats.org/drawingml/2006/main">
              <a:ext uri="{FF2B5EF4-FFF2-40B4-BE49-F238E27FC236}">
                <a16:creationId xmlns:a16="http://schemas.microsoft.com/office/drawing/2014/main" id="{6947EB53-7E5F-4899-9672-35914FC4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548">
            <a:extLst xmlns:a="http://schemas.openxmlformats.org/drawingml/2006/main">
              <a:ext uri="{FF2B5EF4-FFF2-40B4-BE49-F238E27FC236}">
                <a16:creationId xmlns:a16="http://schemas.microsoft.com/office/drawing/2014/main" id="{855C62C4-994D-49FC-AC8E-020BD1CC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7F9FB"/>
                </a:solidFill>
                <a:latin typeface="Meiryo"/>
                <a:ea typeface="Meiryo"/>
                <a:cs typeface="Meiryo"/>
              </a:rPr>
              <a:t>使用したプロジェクト資料</a:t>
            </a:r>
          </a:p>
        </p:txBody>
      </p:sp>
      <p:sp>
        <p:nvSpPr>
          <p:cNvPr id="21" name="shape-0549">
            <a:extLst xmlns:a="http://schemas.openxmlformats.org/drawingml/2006/main">
              <a:ext uri="{FF2B5EF4-FFF2-40B4-BE49-F238E27FC236}">
                <a16:creationId xmlns:a16="http://schemas.microsoft.com/office/drawing/2014/main" id="{865DFE49-0C29-43BE-9399-AD219F6D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550">
            <a:extLst xmlns:a="http://schemas.openxmlformats.org/drawingml/2006/main">
              <a:ext uri="{FF2B5EF4-FFF2-40B4-BE49-F238E27FC236}">
                <a16:creationId xmlns:a16="http://schemas.microsoft.com/office/drawing/2014/main" id="{3420DC4D-5729-4D79-A70A-9A812B46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制作系.pptx（構成・セクション色の参考）</a:t>
            </a:r>
          </a:p>
        </p:txBody>
      </p:sp>
      <p:sp>
        <p:nvSpPr>
          <p:cNvPr id="23" name="shape-0551">
            <a:extLst xmlns:a="http://schemas.openxmlformats.org/drawingml/2006/main">
              <a:ext uri="{FF2B5EF4-FFF2-40B4-BE49-F238E27FC236}">
                <a16:creationId xmlns:a16="http://schemas.microsoft.com/office/drawing/2014/main" id="{C179D43F-C401-42AA-A183-6A7E5B6C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552">
            <a:extLst xmlns:a="http://schemas.openxmlformats.org/drawingml/2006/main">
              <a:ext uri="{FF2B5EF4-FFF2-40B4-BE49-F238E27FC236}">
                <a16:creationId xmlns:a16="http://schemas.microsoft.com/office/drawing/2014/main" id="{AAA260AC-83F7-4773-8029-76E6E272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2026-06-30_policy_pivot_unreal_2_5D.pptx</a:t>
            </a:r>
          </a:p>
        </p:txBody>
      </p:sp>
      <p:sp>
        <p:nvSpPr>
          <p:cNvPr id="25" name="shape-0553">
            <a:extLst xmlns:a="http://schemas.openxmlformats.org/drawingml/2006/main">
              <a:ext uri="{FF2B5EF4-FFF2-40B4-BE49-F238E27FC236}">
                <a16:creationId xmlns:a16="http://schemas.microsoft.com/office/drawing/2014/main" id="{4F8221E0-2BB3-46B0-B732-F396B0BE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554">
            <a:extLst xmlns:a="http://schemas.openxmlformats.org/drawingml/2006/main">
              <a:ext uri="{FF2B5EF4-FFF2-40B4-BE49-F238E27FC236}">
                <a16:creationId xmlns:a16="http://schemas.microsoft.com/office/drawing/2014/main" id="{2AF3AFA1-118E-45A3-8212-2A7B936D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2026-06-23_progress_shimada_redesign.pptx</a:t>
            </a:r>
          </a:p>
        </p:txBody>
      </p:sp>
      <p:sp>
        <p:nvSpPr>
          <p:cNvPr id="27" name="shape-0555">
            <a:extLst xmlns:a="http://schemas.openxmlformats.org/drawingml/2006/main">
              <a:ext uri="{FF2B5EF4-FFF2-40B4-BE49-F238E27FC236}">
                <a16:creationId xmlns:a16="http://schemas.microsoft.com/office/drawing/2014/main" id="{735A41CE-D291-4652-A5E0-EE7D78BC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340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556">
            <a:extLst xmlns:a="http://schemas.openxmlformats.org/drawingml/2006/main">
              <a:ext uri="{FF2B5EF4-FFF2-40B4-BE49-F238E27FC236}">
                <a16:creationId xmlns:a16="http://schemas.microsoft.com/office/drawing/2014/main" id="{193A786D-D0FA-4945-A0EF-7CB89FB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2026-06-09_進捗報告_島田泰成_最終版.pptx</a:t>
            </a:r>
          </a:p>
        </p:txBody>
      </p:sp>
      <p:sp>
        <p:nvSpPr>
          <p:cNvPr id="29" name="shape-0557">
            <a:extLst xmlns:a="http://schemas.openxmlformats.org/drawingml/2006/main">
              <a:ext uri="{FF2B5EF4-FFF2-40B4-BE49-F238E27FC236}">
                <a16:creationId xmlns:a16="http://schemas.microsoft.com/office/drawing/2014/main" id="{34BA66E1-375E-4580-A263-E9EB2368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769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0558">
            <a:extLst xmlns:a="http://schemas.openxmlformats.org/drawingml/2006/main">
              <a:ext uri="{FF2B5EF4-FFF2-40B4-BE49-F238E27FC236}">
                <a16:creationId xmlns:a16="http://schemas.microsoft.com/office/drawing/2014/main" id="{B8D135E2-7664-488C-A0CA-C32DE06F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816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AAB2BC"/>
                </a:solidFill>
                <a:latin typeface="Meiryo"/>
                <a:ea typeface="Meiryo"/>
                <a:cs typeface="Meiryo"/>
              </a:rPr>
              <a:t>2026-07-01_unreal_migration_codex_status_ja.md / CLAUDE.md</a:t>
            </a:r>
          </a:p>
        </p:txBody>
      </p:sp>
    </p:spTree>
    <p:extLst>
      <p:ext uri="{BB962C8B-B14F-4D97-AF65-F5344CB8AC3E}">
        <p14:creationId xmlns:p14="http://schemas.microsoft.com/office/powerpoint/2010/main" val="1403230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2026-07-13T18:48:18.6790000Z</dcterms:created>
  <dcterms:modified xsi:type="dcterms:W3CDTF">2026-07-13T18:48:18.6790000Z</dcterms:modified>
</coreProperties>
</file>