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66f726aa23452f" /><Relationship Type="http://schemas.openxmlformats.org/officeDocument/2006/relationships/extended-properties" Target="/docProps/app.xml" Id="R4d54ac5922fb4ad0" /><Relationship Type="http://schemas.openxmlformats.org/officeDocument/2006/relationships/officeDocument" Target="/ppt/presentation.xml" Id="R038fb8dbc3d545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1270889a6a45d3"/>
  </p:sldMasterIdLst>
  <p:notesMasterIdLst>
    <p:notesMasterId xmlns:r="http://schemas.openxmlformats.org/officeDocument/2006/relationships" r:id="Rd8e0c3a0987b43e3"/>
  </p:notesMasterIdLst>
  <p:sldIdLst>
    <p:sldId xmlns:r="http://schemas.openxmlformats.org/officeDocument/2006/relationships" id="256" r:id="R0530160973c04f82"/>
    <p:sldId xmlns:r="http://schemas.openxmlformats.org/officeDocument/2006/relationships" id="257" r:id="Re53463647ad84d67"/>
    <p:sldId xmlns:r="http://schemas.openxmlformats.org/officeDocument/2006/relationships" id="258" r:id="R7d271fbe69b640f1"/>
    <p:sldId xmlns:r="http://schemas.openxmlformats.org/officeDocument/2006/relationships" id="259" r:id="R7b84bb13e8b246df"/>
    <p:sldId xmlns:r="http://schemas.openxmlformats.org/officeDocument/2006/relationships" id="260" r:id="R0820f726d09e44d7"/>
    <p:sldId xmlns:r="http://schemas.openxmlformats.org/officeDocument/2006/relationships" id="261" r:id="Raeff606980bd413b"/>
    <p:sldId xmlns:r="http://schemas.openxmlformats.org/officeDocument/2006/relationships" id="262" r:id="Rf5f7687b22324aa4"/>
    <p:sldId xmlns:r="http://schemas.openxmlformats.org/officeDocument/2006/relationships" id="263" r:id="Ra01c3998da224ab6"/>
    <p:sldId xmlns:r="http://schemas.openxmlformats.org/officeDocument/2006/relationships" id="264" r:id="Rec1cfb94704f4b68"/>
    <p:sldId xmlns:r="http://schemas.openxmlformats.org/officeDocument/2006/relationships" id="265" r:id="R26c3b8ab8bc74c66"/>
    <p:sldId xmlns:r="http://schemas.openxmlformats.org/officeDocument/2006/relationships" id="266" r:id="Rfe741a47221a4ad8"/>
    <p:sldId xmlns:r="http://schemas.openxmlformats.org/officeDocument/2006/relationships" id="267" r:id="R67085112e7c349da"/>
    <p:sldId xmlns:r="http://schemas.openxmlformats.org/officeDocument/2006/relationships" id="268" r:id="R5c0bce754550438d"/>
    <p:sldId xmlns:r="http://schemas.openxmlformats.org/officeDocument/2006/relationships" id="269" r:id="Rc3996f6c92a24c90"/>
    <p:sldId xmlns:r="http://schemas.openxmlformats.org/officeDocument/2006/relationships" id="270" r:id="R2eb3c262e47e4ff0"/>
    <p:sldId xmlns:r="http://schemas.openxmlformats.org/officeDocument/2006/relationships" id="271" r:id="R2ebad5f3dee749e8"/>
    <p:sldId xmlns:r="http://schemas.openxmlformats.org/officeDocument/2006/relationships" id="272" r:id="Rfc670c3c7f5849cb"/>
    <p:sldId xmlns:r="http://schemas.openxmlformats.org/officeDocument/2006/relationships" id="273" r:id="Rad64cf4388e04189"/>
    <p:sldId xmlns:r="http://schemas.openxmlformats.org/officeDocument/2006/relationships" id="274" r:id="Rc33dac6b0a90431b"/>
    <p:sldId xmlns:r="http://schemas.openxmlformats.org/officeDocument/2006/relationships" id="275" r:id="Rf8f53f849da44e72"/>
    <p:sldId xmlns:r="http://schemas.openxmlformats.org/officeDocument/2006/relationships" id="276" r:id="Rb7a2ff26c469475c"/>
    <p:sldId xmlns:r="http://schemas.openxmlformats.org/officeDocument/2006/relationships" id="277" r:id="R0d92e9eb5f4f4646"/>
    <p:sldId xmlns:r="http://schemas.openxmlformats.org/officeDocument/2006/relationships" id="278" r:id="R4d8eff3e32634b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9623874928410b" /><Relationship Type="http://schemas.openxmlformats.org/officeDocument/2006/relationships/slideMaster" Target="/ppt/slideMasters/slideMaster1.xml" Id="R411270889a6a45d3" /><Relationship Type="http://schemas.openxmlformats.org/officeDocument/2006/relationships/notesMaster" Target="/ppt/notesMasters/notesMaster1.xml" Id="Rd8e0c3a0987b43e3" /><Relationship Type="http://schemas.openxmlformats.org/officeDocument/2006/relationships/presProps" Target="/ppt/presProps.xml" Id="R6a52c479dd274b43" /><Relationship Type="http://schemas.openxmlformats.org/officeDocument/2006/relationships/tableStyles" Target="/ppt/tableStyles.xml" Id="Re7406fb54e6c490f" /><Relationship Type="http://schemas.openxmlformats.org/officeDocument/2006/relationships/slide" Target="/ppt/slides/slide1.xml" Id="R0530160973c04f82" /><Relationship Type="http://schemas.openxmlformats.org/officeDocument/2006/relationships/slide" Target="/ppt/slides/slide2.xml" Id="Re53463647ad84d67" /><Relationship Type="http://schemas.openxmlformats.org/officeDocument/2006/relationships/slide" Target="/ppt/slides/slide3.xml" Id="R7d271fbe69b640f1" /><Relationship Type="http://schemas.openxmlformats.org/officeDocument/2006/relationships/slide" Target="/ppt/slides/slide4.xml" Id="R7b84bb13e8b246df" /><Relationship Type="http://schemas.openxmlformats.org/officeDocument/2006/relationships/slide" Target="/ppt/slides/slide5.xml" Id="R0820f726d09e44d7" /><Relationship Type="http://schemas.openxmlformats.org/officeDocument/2006/relationships/slide" Target="/ppt/slides/slide6.xml" Id="Raeff606980bd413b" /><Relationship Type="http://schemas.openxmlformats.org/officeDocument/2006/relationships/slide" Target="/ppt/slides/slide7.xml" Id="Rf5f7687b22324aa4" /><Relationship Type="http://schemas.openxmlformats.org/officeDocument/2006/relationships/slide" Target="/ppt/slides/slide8.xml" Id="Ra01c3998da224ab6" /><Relationship Type="http://schemas.openxmlformats.org/officeDocument/2006/relationships/slide" Target="/ppt/slides/slide9.xml" Id="Rec1cfb94704f4b68" /><Relationship Type="http://schemas.openxmlformats.org/officeDocument/2006/relationships/slide" Target="/ppt/slides/slide10.xml" Id="R26c3b8ab8bc74c66" /><Relationship Type="http://schemas.openxmlformats.org/officeDocument/2006/relationships/slide" Target="/ppt/slides/slide11.xml" Id="Rfe741a47221a4ad8" /><Relationship Type="http://schemas.openxmlformats.org/officeDocument/2006/relationships/slide" Target="/ppt/slides/slide12.xml" Id="R67085112e7c349da" /><Relationship Type="http://schemas.openxmlformats.org/officeDocument/2006/relationships/slide" Target="/ppt/slides/slide13.xml" Id="R5c0bce754550438d" /><Relationship Type="http://schemas.openxmlformats.org/officeDocument/2006/relationships/slide" Target="/ppt/slides/slide14.xml" Id="Rc3996f6c92a24c90" /><Relationship Type="http://schemas.openxmlformats.org/officeDocument/2006/relationships/slide" Target="/ppt/slides/slide15.xml" Id="R2eb3c262e47e4ff0" /><Relationship Type="http://schemas.openxmlformats.org/officeDocument/2006/relationships/slide" Target="/ppt/slides/slide16.xml" Id="R2ebad5f3dee749e8" /><Relationship Type="http://schemas.openxmlformats.org/officeDocument/2006/relationships/slide" Target="/ppt/slides/slide17.xml" Id="Rfc670c3c7f5849cb" /><Relationship Type="http://schemas.openxmlformats.org/officeDocument/2006/relationships/slide" Target="/ppt/slides/slide18.xml" Id="Rad64cf4388e04189" /><Relationship Type="http://schemas.openxmlformats.org/officeDocument/2006/relationships/slide" Target="/ppt/slides/slide19.xml" Id="Rc33dac6b0a90431b" /><Relationship Type="http://schemas.openxmlformats.org/officeDocument/2006/relationships/slide" Target="/ppt/slides/slide20.xml" Id="Rf8f53f849da44e72" /><Relationship Type="http://schemas.openxmlformats.org/officeDocument/2006/relationships/slide" Target="/ppt/slides/slide21.xml" Id="Rb7a2ff26c469475c" /><Relationship Type="http://schemas.openxmlformats.org/officeDocument/2006/relationships/slide" Target="/ppt/slides/slide22.xml" Id="R0d92e9eb5f4f4646" /><Relationship Type="http://schemas.openxmlformats.org/officeDocument/2006/relationships/slide" Target="/ppt/slides/slide23.xml" Id="R4d8eff3e32634b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4dee16e4db49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8b0141c716431a" /><Relationship Type="http://schemas.openxmlformats.org/officeDocument/2006/relationships/notesMaster" Target="/ppt/notesMasters/notesMaster1.xml" Id="R29fa65107afb48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996c53bdd349c8" /><Relationship Type="http://schemas.openxmlformats.org/officeDocument/2006/relationships/notesMaster" Target="/ppt/notesMasters/notesMaster1.xml" Id="R16f3cdbe813041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884d39232f4435" /><Relationship Type="http://schemas.openxmlformats.org/officeDocument/2006/relationships/notesMaster" Target="/ppt/notesMasters/notesMaster1.xml" Id="R07cfd145f9b6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50d605f6c14e0b" /><Relationship Type="http://schemas.openxmlformats.org/officeDocument/2006/relationships/notesMaster" Target="/ppt/notesMasters/notesMaster1.xml" Id="Rc965896a863f4b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934beec3a94bf2" /><Relationship Type="http://schemas.openxmlformats.org/officeDocument/2006/relationships/notesMaster" Target="/ppt/notesMasters/notesMaster1.xml" Id="Rf84913970a544a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8fd66d5e7c4a2d" /><Relationship Type="http://schemas.openxmlformats.org/officeDocument/2006/relationships/notesMaster" Target="/ppt/notesMasters/notesMaster1.xml" Id="Ra769e1ee9c564e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4b2853e45b46a1" /><Relationship Type="http://schemas.openxmlformats.org/officeDocument/2006/relationships/notesMaster" Target="/ppt/notesMasters/notesMaster1.xml" Id="R7b52d3282dd14f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f6635c186146bc" /><Relationship Type="http://schemas.openxmlformats.org/officeDocument/2006/relationships/notesMaster" Target="/ppt/notesMasters/notesMaster1.xml" Id="R1c375d632b1b4a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1bc99223e14b6a" /><Relationship Type="http://schemas.openxmlformats.org/officeDocument/2006/relationships/notesMaster" Target="/ppt/notesMasters/notesMaster1.xml" Id="Rb15afaf21e8e41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3486946e2e4171" /><Relationship Type="http://schemas.openxmlformats.org/officeDocument/2006/relationships/notesMaster" Target="/ppt/notesMasters/notesMaster1.xml" Id="R6cb24f85899046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098a2d5db94ebf" /><Relationship Type="http://schemas.openxmlformats.org/officeDocument/2006/relationships/notesMaster" Target="/ppt/notesMasters/notesMaster1.xml" Id="R916be3815d6e44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bfc2a6af654936" /><Relationship Type="http://schemas.openxmlformats.org/officeDocument/2006/relationships/notesMaster" Target="/ppt/notesMasters/notesMaster1.xml" Id="Rf7e780d2ec0f4d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fe32d42e0a4c44" /><Relationship Type="http://schemas.openxmlformats.org/officeDocument/2006/relationships/notesMaster" Target="/ppt/notesMasters/notesMaster1.xml" Id="R815b772e9d5d4d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15bd3215a74104" /><Relationship Type="http://schemas.openxmlformats.org/officeDocument/2006/relationships/notesMaster" Target="/ppt/notesMasters/notesMaster1.xml" Id="R27ca867f414b4e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bd9f13ef1a44be" /><Relationship Type="http://schemas.openxmlformats.org/officeDocument/2006/relationships/notesMaster" Target="/ppt/notesMasters/notesMaster1.xml" Id="R12024f8806b54b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de0fff04734035" /><Relationship Type="http://schemas.openxmlformats.org/officeDocument/2006/relationships/notesMaster" Target="/ppt/notesMasters/notesMaster1.xml" Id="Rc7862dfe0a204a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aa7030aceb4311" /><Relationship Type="http://schemas.openxmlformats.org/officeDocument/2006/relationships/notesMaster" Target="/ppt/notesMasters/notesMaster1.xml" Id="R6e01ed05ec784b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ddfb8082f644f3" /><Relationship Type="http://schemas.openxmlformats.org/officeDocument/2006/relationships/notesMaster" Target="/ppt/notesMasters/notesMaster1.xml" Id="Ra2851c9307a642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d9cf756174444a" /><Relationship Type="http://schemas.openxmlformats.org/officeDocument/2006/relationships/notesMaster" Target="/ppt/notesMasters/notesMaster1.xml" Id="Rd7b60b381d2345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a16dc9cf104296" /><Relationship Type="http://schemas.openxmlformats.org/officeDocument/2006/relationships/notesMaster" Target="/ppt/notesMasters/notesMaster1.xml" Id="R047606f54abf45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95dfb2fbea4416" /><Relationship Type="http://schemas.openxmlformats.org/officeDocument/2006/relationships/notesMaster" Target="/ppt/notesMasters/notesMaster1.xml" Id="Radd44425793144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3c207a10a64c27" /><Relationship Type="http://schemas.openxmlformats.org/officeDocument/2006/relationships/notesMaster" Target="/ppt/notesMasters/notesMaster1.xml" Id="R027df72eddda41f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d058686a3342ba" /><Relationship Type="http://schemas.openxmlformats.org/officeDocument/2006/relationships/notesMaster" Target="/ppt/notesMasters/notesMaster1.xml" Id="R665b2646884d43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deeb20bbe4a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eb4d2556b34f9e" /><Relationship Type="http://schemas.openxmlformats.org/officeDocument/2006/relationships/slideLayout" Target="/ppt/slideLayouts/slideLayout1.xml" Id="R4563cba30c4348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63cba30c4348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ad2a731ea45ec" /><Relationship Type="http://schemas.openxmlformats.org/officeDocument/2006/relationships/image" Target="/ppt/media/image.png" Id="Rab0248981a1b46ec" /><Relationship Type="http://schemas.openxmlformats.org/officeDocument/2006/relationships/notesSlide" Target="/ppt/notesSlides/notesSlide1.xml" Id="R1e3d82a0ed1048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d6f3b8dd143a7" /><Relationship Type="http://schemas.openxmlformats.org/officeDocument/2006/relationships/notesSlide" Target="/ppt/notesSlides/notesSlide2.xml" Id="Rfe936696c89c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1ccd4e4054c25" /><Relationship Type="http://schemas.openxmlformats.org/officeDocument/2006/relationships/notesSlide" Target="/ppt/notesSlides/notesSlide3.xml" Id="Rd3f67aeb2f914a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f5d5ec6b24ee7" /><Relationship Type="http://schemas.openxmlformats.org/officeDocument/2006/relationships/image" Target="/ppt/media/image2.png" Id="R966de3d591c14174" /><Relationship Type="http://schemas.openxmlformats.org/officeDocument/2006/relationships/notesSlide" Target="/ppt/notesSlides/notesSlide4.xml" Id="R033162a2c5374f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e063c81374d54" /><Relationship Type="http://schemas.openxmlformats.org/officeDocument/2006/relationships/image" Target="/ppt/media/image3.png" Id="R3f2adf7dd18643b0" /><Relationship Type="http://schemas.openxmlformats.org/officeDocument/2006/relationships/notesSlide" Target="/ppt/notesSlides/notesSlide5.xml" Id="Rcbebc64f8bc94d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2ea535a0442c4" /><Relationship Type="http://schemas.openxmlformats.org/officeDocument/2006/relationships/notesSlide" Target="/ppt/notesSlides/notesSlide6.xml" Id="Re60b6325c9b54a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8a1c8e5754a2e" /><Relationship Type="http://schemas.openxmlformats.org/officeDocument/2006/relationships/notesSlide" Target="/ppt/notesSlides/notesSlide7.xml" Id="R7981fef742d24a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4168efb924233" /><Relationship Type="http://schemas.openxmlformats.org/officeDocument/2006/relationships/image" Target="/ppt/media/image4.png" Id="R99b130079e72437c" /><Relationship Type="http://schemas.openxmlformats.org/officeDocument/2006/relationships/notesSlide" Target="/ppt/notesSlides/notesSlide8.xml" Id="R67ae40ce87ab45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3bb7e97e04c4e" /><Relationship Type="http://schemas.openxmlformats.org/officeDocument/2006/relationships/image" Target="/ppt/media/image5.png" Id="R453d532784384e46" /><Relationship Type="http://schemas.openxmlformats.org/officeDocument/2006/relationships/image" Target="/ppt/media/image6.png" Id="R5310b265d88c4dea" /><Relationship Type="http://schemas.openxmlformats.org/officeDocument/2006/relationships/notesSlide" Target="/ppt/notesSlides/notesSlide9.xml" Id="Ra8ba6a0c21ae47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2c98b9e4d481a" /><Relationship Type="http://schemas.openxmlformats.org/officeDocument/2006/relationships/notesSlide" Target="/ppt/notesSlides/notesSlide10.xml" Id="R4f6fcacb88a94f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78cee4ed9421d" /><Relationship Type="http://schemas.openxmlformats.org/officeDocument/2006/relationships/notesSlide" Target="/ppt/notesSlides/notesSlide11.xml" Id="Rf35b77a8d6214d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6aa92d93c4535" /><Relationship Type="http://schemas.openxmlformats.org/officeDocument/2006/relationships/notesSlide" Target="/ppt/notesSlides/notesSlide12.xml" Id="R2fb2499d58474e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8da13f7044cbe" /><Relationship Type="http://schemas.openxmlformats.org/officeDocument/2006/relationships/notesSlide" Target="/ppt/notesSlides/notesSlide13.xml" Id="R388c56f099f74f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53536ca3c4da9" /><Relationship Type="http://schemas.openxmlformats.org/officeDocument/2006/relationships/notesSlide" Target="/ppt/notesSlides/notesSlide14.xml" Id="R1381fb5789894c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9dad20bad41d6" /><Relationship Type="http://schemas.openxmlformats.org/officeDocument/2006/relationships/notesSlide" Target="/ppt/notesSlides/notesSlide15.xml" Id="Rf530b9cc79f045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1456dc54a44f5" /><Relationship Type="http://schemas.openxmlformats.org/officeDocument/2006/relationships/notesSlide" Target="/ppt/notesSlides/notesSlide16.xml" Id="R9a4c6d82824f4b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eca948a1a4ec5" /><Relationship Type="http://schemas.openxmlformats.org/officeDocument/2006/relationships/notesSlide" Target="/ppt/notesSlides/notesSlide17.xml" Id="Rb2a1dbb69d1142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fb74cbbdf4671" /><Relationship Type="http://schemas.openxmlformats.org/officeDocument/2006/relationships/notesSlide" Target="/ppt/notesSlides/notesSlide18.xml" Id="Rd3dd252e53e541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b926dda2c40cb" /><Relationship Type="http://schemas.openxmlformats.org/officeDocument/2006/relationships/notesSlide" Target="/ppt/notesSlides/notesSlide19.xml" Id="R5a2f2f3d40eb48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7ca7cc8e7424e" /><Relationship Type="http://schemas.openxmlformats.org/officeDocument/2006/relationships/notesSlide" Target="/ppt/notesSlides/notesSlide20.xml" Id="Rd58135388c274b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2d806c3fe4e5c" /><Relationship Type="http://schemas.openxmlformats.org/officeDocument/2006/relationships/notesSlide" Target="/ppt/notesSlides/notesSlide21.xml" Id="R07dfc0f1cb974b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67b71feb84a93" /><Relationship Type="http://schemas.openxmlformats.org/officeDocument/2006/relationships/notesSlide" Target="/ppt/notesSlides/notesSlide22.xml" Id="Rc687237cfca940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1fa164a224999" /><Relationship Type="http://schemas.openxmlformats.org/officeDocument/2006/relationships/notesSlide" Target="/ppt/notesSlides/notesSlide23.xml" Id="R2d55e1f877e94f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0001">
            <a:extLst xmlns:a="http://schemas.openxmlformats.org/drawingml/2006/main">
              <a:ext uri="{FF2B5EF4-FFF2-40B4-BE49-F238E27FC236}">
                <a16:creationId xmlns:a16="http://schemas.microsoft.com/office/drawing/2014/main" id="{6E3EE830-01C3-49CA-8B90-C3F1F66F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02">
            <a:extLst xmlns:a="http://schemas.openxmlformats.org/drawingml/2006/main">
              <a:ext uri="{FF2B5EF4-FFF2-40B4-BE49-F238E27FC236}">
                <a16:creationId xmlns:a16="http://schemas.microsoft.com/office/drawing/2014/main" id="{84D85C3E-C944-4F6D-A7E9-305DCE53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ChaosDraftParty</a:t>
            </a:r>
          </a:p>
        </p:txBody>
      </p:sp>
      <p:sp>
        <p:nvSpPr>
          <p:cNvPr id="3" name="text-0003">
            <a:extLst xmlns:a="http://schemas.openxmlformats.org/drawingml/2006/main">
              <a:ext uri="{FF2B5EF4-FFF2-40B4-BE49-F238E27FC236}">
                <a16:creationId xmlns:a16="http://schemas.microsoft.com/office/drawing/2014/main" id="{687E7C92-D035-4E1A-9C8D-E7ACDAD7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2.5D対戦パーティーゲームと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AIエージェント協働型の制作基盤</a:t>
            </a:r>
          </a:p>
        </p:txBody>
      </p:sp>
      <p:sp>
        <p:nvSpPr>
          <p:cNvPr id="4" name="rule-0004">
            <a:extLst xmlns:a="http://schemas.openxmlformats.org/drawingml/2006/main">
              <a:ext uri="{FF2B5EF4-FFF2-40B4-BE49-F238E27FC236}">
                <a16:creationId xmlns:a16="http://schemas.microsoft.com/office/drawing/2014/main" id="{5412A555-E1ED-4DD9-A7EC-5501E3C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005">
            <a:extLst xmlns:a="http://schemas.openxmlformats.org/drawingml/2006/main">
              <a:ext uri="{FF2B5EF4-FFF2-40B4-BE49-F238E27FC236}">
                <a16:creationId xmlns:a16="http://schemas.microsoft.com/office/drawing/2014/main" id="{D4177CAB-D4B6-4874-87AE-88E161BA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短いミニゲーム × スキルドラフト × 共有カメラ</a:t>
            </a:r>
          </a:p>
        </p:txBody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9399A7D2-D83D-41BE-A392-F627C4CA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島田 泰成  /  東海大学 情報メディア学科 小坂研究室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248981a1b46ec"/>
          <a:srcRect xmlns:a="http://schemas.openxmlformats.org/drawingml/2006/main" l="16552" t="0" r="16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514350"/>
            <a:ext cx="3695700" cy="5524500"/>
          </a:xfrm>
          <a:prstGeom xmlns:a="http://schemas.openxmlformats.org/drawingml/2006/main" prst="rect">
            <a:avLst/>
          </a:prstGeom>
        </p:spPr>
      </p:pic>
      <p:sp>
        <p:nvSpPr>
          <p:cNvPr id="8" name="image-border-0008">
            <a:extLst xmlns:a="http://schemas.openxmlformats.org/drawingml/2006/main">
              <a:ext uri="{FF2B5EF4-FFF2-40B4-BE49-F238E27FC236}">
                <a16:creationId xmlns:a16="http://schemas.microsoft.com/office/drawing/2014/main" id="{18A15FD4-41A3-442E-A642-EA74F36C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"/>
            <a:ext cx="369570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9" name="rule-0009">
            <a:extLst xmlns:a="http://schemas.openxmlformats.org/drawingml/2006/main">
              <a:ext uri="{FF2B5EF4-FFF2-40B4-BE49-F238E27FC236}">
                <a16:creationId xmlns:a16="http://schemas.microsoft.com/office/drawing/2014/main" id="{B02765DA-A4C8-4367-BF1E-A23015CD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0010">
            <a:extLst xmlns:a="http://schemas.openxmlformats.org/drawingml/2006/main">
              <a:ext uri="{FF2B5EF4-FFF2-40B4-BE49-F238E27FC236}">
                <a16:creationId xmlns:a16="http://schemas.microsoft.com/office/drawing/2014/main" id="{BD663968-3979-4733-AD35-564B3319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0011">
            <a:extLst xmlns:a="http://schemas.openxmlformats.org/drawingml/2006/main">
              <a:ext uri="{FF2B5EF4-FFF2-40B4-BE49-F238E27FC236}">
                <a16:creationId xmlns:a16="http://schemas.microsoft.com/office/drawing/2014/main" id="{704C2F49-61C9-42F3-9CCE-3B3A7EC6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95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12">
            <a:extLst xmlns:a="http://schemas.openxmlformats.org/drawingml/2006/main">
              <a:ext uri="{FF2B5EF4-FFF2-40B4-BE49-F238E27FC236}">
                <a16:creationId xmlns:a16="http://schemas.microsoft.com/office/drawing/2014/main" id="{B250AC25-88CC-44BC-86CB-B269AD5C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卒業プロジェクト1 / 中間発表</a:t>
            </a:r>
          </a:p>
        </p:txBody>
      </p:sp>
      <p:sp>
        <p:nvSpPr>
          <p:cNvPr id="13" name="text-0013">
            <a:extLst xmlns:a="http://schemas.openxmlformats.org/drawingml/2006/main">
              <a:ext uri="{FF2B5EF4-FFF2-40B4-BE49-F238E27FC236}">
                <a16:creationId xmlns:a16="http://schemas.microsoft.com/office/drawing/2014/main" id="{C4B58906-D440-40A1-AF66-6A767BAB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7563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14">
            <a:extLst xmlns:a="http://schemas.openxmlformats.org/drawingml/2006/main">
              <a:ext uri="{FF2B5EF4-FFF2-40B4-BE49-F238E27FC236}">
                <a16:creationId xmlns:a16="http://schemas.microsoft.com/office/drawing/2014/main" id="{3829EDAA-49AA-442C-BB83-84B8E04B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15">
            <a:extLst xmlns:a="http://schemas.openxmlformats.org/drawingml/2006/main">
              <a:ext uri="{FF2B5EF4-FFF2-40B4-BE49-F238E27FC236}">
                <a16:creationId xmlns:a16="http://schemas.microsoft.com/office/drawing/2014/main" id="{5AAD76F7-97BF-4216-9FD3-288C8B73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成果物は、遊べるゲームと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制作方法の二つ</a:t>
            </a:r>
          </a:p>
        </p:txBody>
      </p:sp>
      <p:sp>
        <p:nvSpPr>
          <p:cNvPr id="3" name="rule-0016">
            <a:extLst xmlns:a="http://schemas.openxmlformats.org/drawingml/2006/main">
              <a:ext uri="{FF2B5EF4-FFF2-40B4-BE49-F238E27FC236}">
                <a16:creationId xmlns:a16="http://schemas.microsoft.com/office/drawing/2014/main" id="{79EB3F24-2295-404E-ADF5-B92995A1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17">
            <a:extLst xmlns:a="http://schemas.openxmlformats.org/drawingml/2006/main">
              <a:ext uri="{FF2B5EF4-FFF2-40B4-BE49-F238E27FC236}">
                <a16:creationId xmlns:a16="http://schemas.microsoft.com/office/drawing/2014/main" id="{031C6058-867F-4A7A-8B4B-82533CCF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18">
            <a:extLst xmlns:a="http://schemas.openxmlformats.org/drawingml/2006/main">
              <a:ext uri="{FF2B5EF4-FFF2-40B4-BE49-F238E27FC236}">
                <a16:creationId xmlns:a16="http://schemas.microsoft.com/office/drawing/2014/main" id="{5486E4E6-C994-4EAD-9237-63BF6FFE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6" name="text-0019">
            <a:extLst xmlns:a="http://schemas.openxmlformats.org/drawingml/2006/main">
              <a:ext uri="{FF2B5EF4-FFF2-40B4-BE49-F238E27FC236}">
                <a16:creationId xmlns:a16="http://schemas.microsoft.com/office/drawing/2014/main" id="{EC39B270-BB2A-48A8-B216-2A9C9AA6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text-0020">
            <a:extLst xmlns:a="http://schemas.openxmlformats.org/drawingml/2006/main">
              <a:ext uri="{FF2B5EF4-FFF2-40B4-BE49-F238E27FC236}">
                <a16:creationId xmlns:a16="http://schemas.microsoft.com/office/drawing/2014/main" id="{3841798C-C45B-4814-A196-872692C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8" name="text-0021">
            <a:extLst xmlns:a="http://schemas.openxmlformats.org/drawingml/2006/main">
              <a:ext uri="{FF2B5EF4-FFF2-40B4-BE49-F238E27FC236}">
                <a16:creationId xmlns:a16="http://schemas.microsoft.com/office/drawing/2014/main" id="{15041262-D671-4CE9-85C7-9004FDE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289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初見でも目的が分かり、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選択が衝突を変える2.5D対戦</a:t>
            </a:r>
          </a:p>
        </p:txBody>
      </p:sp>
      <p:sp>
        <p:nvSpPr>
          <p:cNvPr id="9" name="text-0022">
            <a:extLst xmlns:a="http://schemas.openxmlformats.org/drawingml/2006/main">
              <a:ext uri="{FF2B5EF4-FFF2-40B4-BE49-F238E27FC236}">
                <a16:creationId xmlns:a16="http://schemas.microsoft.com/office/drawing/2014/main" id="{E03C890F-16ED-4DA8-A872-77E5D79D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text-0023">
            <a:extLst xmlns:a="http://schemas.openxmlformats.org/drawingml/2006/main">
              <a:ext uri="{FF2B5EF4-FFF2-40B4-BE49-F238E27FC236}">
                <a16:creationId xmlns:a16="http://schemas.microsoft.com/office/drawing/2014/main" id="{F56ED911-C9DD-47A8-A5D7-56EAF311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制作基盤</a:t>
            </a:r>
          </a:p>
        </p:txBody>
      </p:sp>
      <p:sp>
        <p:nvSpPr>
          <p:cNvPr id="11" name="text-0024">
            <a:extLst xmlns:a="http://schemas.openxmlformats.org/drawingml/2006/main">
              <a:ext uri="{FF2B5EF4-FFF2-40B4-BE49-F238E27FC236}">
                <a16:creationId xmlns:a16="http://schemas.microsoft.com/office/drawing/2014/main" id="{99E8B409-431E-40F4-A727-C6B02AF2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MCP・API・Agent・Skillを連携。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一人でも再現できる工程にする</a:t>
            </a:r>
          </a:p>
        </p:txBody>
      </p:sp>
      <p:sp>
        <p:nvSpPr>
          <p:cNvPr id="12" name="rule-0025">
            <a:extLst xmlns:a="http://schemas.openxmlformats.org/drawingml/2006/main">
              <a:ext uri="{FF2B5EF4-FFF2-40B4-BE49-F238E27FC236}">
                <a16:creationId xmlns:a16="http://schemas.microsoft.com/office/drawing/2014/main" id="{9DDDA33A-AE04-403D-A158-545939B5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0026">
            <a:extLst xmlns:a="http://schemas.openxmlformats.org/drawingml/2006/main">
              <a:ext uri="{FF2B5EF4-FFF2-40B4-BE49-F238E27FC236}">
                <a16:creationId xmlns:a16="http://schemas.microsoft.com/office/drawing/2014/main" id="{55D535FF-D6AD-44F0-9ADE-503D3A46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83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27">
            <a:extLst xmlns:a="http://schemas.openxmlformats.org/drawingml/2006/main">
              <a:ext uri="{FF2B5EF4-FFF2-40B4-BE49-F238E27FC236}">
                <a16:creationId xmlns:a16="http://schemas.microsoft.com/office/drawing/2014/main" id="{CCAD0E9D-AF4C-4DBC-9A88-44007120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研究の問い</a:t>
            </a:r>
          </a:p>
        </p:txBody>
      </p:sp>
      <p:sp>
        <p:nvSpPr>
          <p:cNvPr id="15" name="text-0028">
            <a:extLst xmlns:a="http://schemas.openxmlformats.org/drawingml/2006/main">
              <a:ext uri="{FF2B5EF4-FFF2-40B4-BE49-F238E27FC236}">
                <a16:creationId xmlns:a16="http://schemas.microsoft.com/office/drawing/2014/main" id="{BDC224C3-AFF8-4551-92C0-FC675261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一人の制作者が、複数のAIを役割分担させながら、遊びと品質を両立できるか。</a:t>
            </a:r>
          </a:p>
        </p:txBody>
      </p:sp>
    </p:spTree>
    <p:extLst>
      <p:ext uri="{BB962C8B-B14F-4D97-AF65-F5344CB8AC3E}">
        <p14:creationId xmlns:p14="http://schemas.microsoft.com/office/powerpoint/2010/main" val="1620263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29">
            <a:extLst xmlns:a="http://schemas.openxmlformats.org/drawingml/2006/main">
              <a:ext uri="{FF2B5EF4-FFF2-40B4-BE49-F238E27FC236}">
                <a16:creationId xmlns:a16="http://schemas.microsoft.com/office/drawing/2014/main" id="{F76AD567-6291-478F-BE08-12EC5524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30">
            <a:extLst xmlns:a="http://schemas.openxmlformats.org/drawingml/2006/main">
              <a:ext uri="{FF2B5EF4-FFF2-40B4-BE49-F238E27FC236}">
                <a16:creationId xmlns:a16="http://schemas.microsoft.com/office/drawing/2014/main" id="{2BE35D02-0BDD-4982-AE77-78BA7256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最初の試作は、何をするゲームか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伝わらなかった</a:t>
            </a:r>
          </a:p>
        </p:txBody>
      </p:sp>
      <p:sp>
        <p:nvSpPr>
          <p:cNvPr id="3" name="rule-0031">
            <a:extLst xmlns:a="http://schemas.openxmlformats.org/drawingml/2006/main">
              <a:ext uri="{FF2B5EF4-FFF2-40B4-BE49-F238E27FC236}">
                <a16:creationId xmlns:a16="http://schemas.microsoft.com/office/drawing/2014/main" id="{8618C450-86CD-4645-905F-71EB1742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32">
            <a:extLst xmlns:a="http://schemas.openxmlformats.org/drawingml/2006/main">
              <a:ext uri="{FF2B5EF4-FFF2-40B4-BE49-F238E27FC236}">
                <a16:creationId xmlns:a16="http://schemas.microsoft.com/office/drawing/2014/main" id="{4EF28BAB-7D22-4787-A8FC-4D13056A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33">
            <a:extLst xmlns:a="http://schemas.openxmlformats.org/drawingml/2006/main">
              <a:ext uri="{FF2B5EF4-FFF2-40B4-BE49-F238E27FC236}">
                <a16:creationId xmlns:a16="http://schemas.microsoft.com/office/drawing/2014/main" id="{30709968-0969-497C-AE0B-EAA6AF8D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6" name="shape-0034">
            <a:extLst xmlns:a="http://schemas.openxmlformats.org/drawingml/2006/main">
              <a:ext uri="{FF2B5EF4-FFF2-40B4-BE49-F238E27FC236}">
                <a16:creationId xmlns:a16="http://schemas.microsoft.com/office/drawing/2014/main" id="{30FE1A26-D0E6-4C10-9B21-87D5482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35">
            <a:extLst xmlns:a="http://schemas.openxmlformats.org/drawingml/2006/main">
              <a:ext uri="{FF2B5EF4-FFF2-40B4-BE49-F238E27FC236}">
                <a16:creationId xmlns:a16="http://schemas.microsoft.com/office/drawing/2014/main" id="{25A8D5C6-0753-4E24-883D-5406272D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3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「これ、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3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  何のゲーム？」</a:t>
            </a:r>
          </a:p>
        </p:txBody>
      </p:sp>
      <p:sp>
        <p:nvSpPr>
          <p:cNvPr id="8" name="text-0036">
            <a:extLst xmlns:a="http://schemas.openxmlformats.org/drawingml/2006/main">
              <a:ext uri="{FF2B5EF4-FFF2-40B4-BE49-F238E27FC236}">
                <a16:creationId xmlns:a16="http://schemas.microsoft.com/office/drawing/2014/main" id="{533043D7-6EA5-477A-B59A-5A381E62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2026年6月 / 中間発表での予備フィードバック</a:t>
            </a:r>
          </a:p>
        </p:txBody>
      </p:sp>
      <p:sp>
        <p:nvSpPr>
          <p:cNvPr id="9" name="text-0037">
            <a:extLst xmlns:a="http://schemas.openxmlformats.org/drawingml/2006/main">
              <a:ext uri="{FF2B5EF4-FFF2-40B4-BE49-F238E27FC236}">
                <a16:creationId xmlns:a16="http://schemas.microsoft.com/office/drawing/2014/main" id="{9AD19A17-7A62-4E06-B934-012B91F4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見えにくかったもの</a:t>
            </a:r>
          </a:p>
        </p:txBody>
      </p:sp>
      <p:sp>
        <p:nvSpPr>
          <p:cNvPr id="10" name="shape-0038">
            <a:extLst xmlns:a="http://schemas.openxmlformats.org/drawingml/2006/main">
              <a:ext uri="{FF2B5EF4-FFF2-40B4-BE49-F238E27FC236}">
                <a16:creationId xmlns:a16="http://schemas.microsoft.com/office/drawing/2014/main" id="{7BCA8F0D-5586-4C59-AECA-3455E4D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39">
            <a:extLst xmlns:a="http://schemas.openxmlformats.org/drawingml/2006/main">
              <a:ext uri="{FF2B5EF4-FFF2-40B4-BE49-F238E27FC236}">
                <a16:creationId xmlns:a16="http://schemas.microsoft.com/office/drawing/2014/main" id="{516C9C66-912D-4EE4-BF3A-4603CFFA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目的地と勝敗条件</a:t>
            </a:r>
          </a:p>
        </p:txBody>
      </p:sp>
      <p:sp>
        <p:nvSpPr>
          <p:cNvPr id="12" name="shape-0040">
            <a:extLst xmlns:a="http://schemas.openxmlformats.org/drawingml/2006/main">
              <a:ext uri="{FF2B5EF4-FFF2-40B4-BE49-F238E27FC236}">
                <a16:creationId xmlns:a16="http://schemas.microsoft.com/office/drawing/2014/main" id="{3C2AF2B0-1295-4F27-97FA-4C343A3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41">
            <a:extLst xmlns:a="http://schemas.openxmlformats.org/drawingml/2006/main">
              <a:ext uri="{FF2B5EF4-FFF2-40B4-BE49-F238E27FC236}">
                <a16:creationId xmlns:a16="http://schemas.microsoft.com/office/drawing/2014/main" id="{A36D8EC5-56DF-4546-9824-92A12EE7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575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他プレイヤーとの距離</a:t>
            </a:r>
          </a:p>
        </p:txBody>
      </p:sp>
      <p:sp>
        <p:nvSpPr>
          <p:cNvPr id="14" name="shape-0042">
            <a:extLst xmlns:a="http://schemas.openxmlformats.org/drawingml/2006/main">
              <a:ext uri="{FF2B5EF4-FFF2-40B4-BE49-F238E27FC236}">
                <a16:creationId xmlns:a16="http://schemas.microsoft.com/office/drawing/2014/main" id="{98BB9360-B992-4C96-8421-6FED680D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43">
            <a:extLst xmlns:a="http://schemas.openxmlformats.org/drawingml/2006/main">
              <a:ext uri="{FF2B5EF4-FFF2-40B4-BE49-F238E27FC236}">
                <a16:creationId xmlns:a16="http://schemas.microsoft.com/office/drawing/2014/main" id="{315C84E6-8984-4F06-9B93-B58A1C00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危険な場所と衝突の瞬間</a:t>
            </a:r>
          </a:p>
        </p:txBody>
      </p:sp>
      <p:sp>
        <p:nvSpPr>
          <p:cNvPr id="16" name="text-0044">
            <a:extLst xmlns:a="http://schemas.openxmlformats.org/drawingml/2006/main">
              <a:ext uri="{FF2B5EF4-FFF2-40B4-BE49-F238E27FC236}">
                <a16:creationId xmlns:a16="http://schemas.microsoft.com/office/drawing/2014/main" id="{6A3451F8-2594-4913-8508-85A8D4EE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57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エフェクトを増やす前に、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画面の構造を変える必要があった。</a:t>
            </a:r>
          </a:p>
        </p:txBody>
      </p:sp>
    </p:spTree>
    <p:extLst>
      <p:ext uri="{BB962C8B-B14F-4D97-AF65-F5344CB8AC3E}">
        <p14:creationId xmlns:p14="http://schemas.microsoft.com/office/powerpoint/2010/main" val="1816230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45">
            <a:extLst xmlns:a="http://schemas.openxmlformats.org/drawingml/2006/main">
              <a:ext uri="{FF2B5EF4-FFF2-40B4-BE49-F238E27FC236}">
                <a16:creationId xmlns:a16="http://schemas.microsoft.com/office/drawing/2014/main" id="{FC230584-D2E3-4AFE-A269-74B93F18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46">
            <a:extLst xmlns:a="http://schemas.openxmlformats.org/drawingml/2006/main">
              <a:ext uri="{FF2B5EF4-FFF2-40B4-BE49-F238E27FC236}">
                <a16:creationId xmlns:a16="http://schemas.microsoft.com/office/drawing/2014/main" id="{953D2935-8E6F-4916-8153-F9AFE91B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そこで、自由な3D空間から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共有カメラの2.5Dへ変更した</a:t>
            </a:r>
          </a:p>
        </p:txBody>
      </p:sp>
      <p:sp>
        <p:nvSpPr>
          <p:cNvPr id="3" name="rule-0047">
            <a:extLst xmlns:a="http://schemas.openxmlformats.org/drawingml/2006/main">
              <a:ext uri="{FF2B5EF4-FFF2-40B4-BE49-F238E27FC236}">
                <a16:creationId xmlns:a16="http://schemas.microsoft.com/office/drawing/2014/main" id="{EAB1E87B-ED54-4779-979D-2093E4FE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48">
            <a:extLst xmlns:a="http://schemas.openxmlformats.org/drawingml/2006/main">
              <a:ext uri="{FF2B5EF4-FFF2-40B4-BE49-F238E27FC236}">
                <a16:creationId xmlns:a16="http://schemas.microsoft.com/office/drawing/2014/main" id="{46983205-6B18-4553-845B-36CAB015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49">
            <a:extLst xmlns:a="http://schemas.openxmlformats.org/drawingml/2006/main">
              <a:ext uri="{FF2B5EF4-FFF2-40B4-BE49-F238E27FC236}">
                <a16:creationId xmlns:a16="http://schemas.microsoft.com/office/drawing/2014/main" id="{037BC420-AE8D-4A9C-A8B3-9A2923F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6" name="shape-0050">
            <a:extLst xmlns:a="http://schemas.openxmlformats.org/drawingml/2006/main">
              <a:ext uri="{FF2B5EF4-FFF2-40B4-BE49-F238E27FC236}">
                <a16:creationId xmlns:a16="http://schemas.microsoft.com/office/drawing/2014/main" id="{55BA882B-45F7-4A25-A072-33C6ACC8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66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51">
            <a:extLst xmlns:a="http://schemas.openxmlformats.org/drawingml/2006/main">
              <a:ext uri="{FF2B5EF4-FFF2-40B4-BE49-F238E27FC236}">
                <a16:creationId xmlns:a16="http://schemas.microsoft.com/office/drawing/2014/main" id="{FAD94ED3-4BA6-4F1F-8F82-B315C362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3Dで描く。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2Dで戦う。</a:t>
            </a:r>
          </a:p>
        </p:txBody>
      </p:sp>
      <p:sp>
        <p:nvSpPr>
          <p:cNvPr id="8" name="text-0052">
            <a:extLst xmlns:a="http://schemas.openxmlformats.org/drawingml/2006/main">
              <a:ext uri="{FF2B5EF4-FFF2-40B4-BE49-F238E27FC236}">
                <a16:creationId xmlns:a16="http://schemas.microsoft.com/office/drawing/2014/main" id="{895CBD8B-96F0-45D9-8911-6B9ED9A7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全員が同時に見える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画面の奥行きを固定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操作の軸を限定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de3d591c14174"/>
          <a:srcRect xmlns:a="http://schemas.openxmlformats.org/drawingml/2006/main" l="9054" t="0" r="9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700" y="1809750"/>
            <a:ext cx="779145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image-border-0054">
            <a:extLst xmlns:a="http://schemas.openxmlformats.org/drawingml/2006/main">
              <a:ext uri="{FF2B5EF4-FFF2-40B4-BE49-F238E27FC236}">
                <a16:creationId xmlns:a16="http://schemas.microsoft.com/office/drawing/2014/main" id="{B108D034-6D38-4AD2-B7DA-BFF8C70F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77914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1" name="text-0055">
            <a:extLst xmlns:a="http://schemas.openxmlformats.org/drawingml/2006/main">
              <a:ext uri="{FF2B5EF4-FFF2-40B4-BE49-F238E27FC236}">
                <a16:creationId xmlns:a16="http://schemas.microsoft.com/office/drawing/2014/main" id="{CB9537E3-7B25-4ADB-9726-8C0D3F07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86450"/>
            <a:ext cx="779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Unreal Engine上の2.5Dアリーナ検証。横方向の移動と共有視点を前提に再構成。</a:t>
            </a:r>
          </a:p>
        </p:txBody>
      </p:sp>
    </p:spTree>
    <p:extLst>
      <p:ext uri="{BB962C8B-B14F-4D97-AF65-F5344CB8AC3E}">
        <p14:creationId xmlns:p14="http://schemas.microsoft.com/office/powerpoint/2010/main" val="1097901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56">
            <a:extLst xmlns:a="http://schemas.openxmlformats.org/drawingml/2006/main">
              <a:ext uri="{FF2B5EF4-FFF2-40B4-BE49-F238E27FC236}">
                <a16:creationId xmlns:a16="http://schemas.microsoft.com/office/drawing/2014/main" id="{13B26F92-0A77-473D-940C-11E9F41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57">
            <a:extLst xmlns:a="http://schemas.openxmlformats.org/drawingml/2006/main">
              <a:ext uri="{FF2B5EF4-FFF2-40B4-BE49-F238E27FC236}">
                <a16:creationId xmlns:a16="http://schemas.microsoft.com/office/drawing/2014/main" id="{C956D6E3-6AA1-4CF1-93C7-AD54211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90秒の試合で、選んだスキルが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次の衝突を変える</a:t>
            </a:r>
          </a:p>
        </p:txBody>
      </p:sp>
      <p:sp>
        <p:nvSpPr>
          <p:cNvPr id="3" name="rule-0058">
            <a:extLst xmlns:a="http://schemas.openxmlformats.org/drawingml/2006/main">
              <a:ext uri="{FF2B5EF4-FFF2-40B4-BE49-F238E27FC236}">
                <a16:creationId xmlns:a16="http://schemas.microsoft.com/office/drawing/2014/main" id="{2ECD8657-978D-4227-A812-CAFA1C22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59">
            <a:extLst xmlns:a="http://schemas.openxmlformats.org/drawingml/2006/main">
              <a:ext uri="{FF2B5EF4-FFF2-40B4-BE49-F238E27FC236}">
                <a16:creationId xmlns:a16="http://schemas.microsoft.com/office/drawing/2014/main" id="{73460C3C-245D-4EE5-850B-3C19F807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60">
            <a:extLst xmlns:a="http://schemas.openxmlformats.org/drawingml/2006/main">
              <a:ext uri="{FF2B5EF4-FFF2-40B4-BE49-F238E27FC236}">
                <a16:creationId xmlns:a16="http://schemas.microsoft.com/office/drawing/2014/main" id="{0DCDFE92-1EEA-490F-BE8A-EC4C0120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adf7dd18643b0"/>
          <a:srcRect xmlns:a="http://schemas.openxmlformats.org/drawingml/2006/main" l="714" t="0" r="7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09750"/>
            <a:ext cx="394335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062">
            <a:extLst xmlns:a="http://schemas.openxmlformats.org/drawingml/2006/main">
              <a:ext uri="{FF2B5EF4-FFF2-40B4-BE49-F238E27FC236}">
                <a16:creationId xmlns:a16="http://schemas.microsoft.com/office/drawing/2014/main" id="{6966D5A5-F939-481E-B78A-C81CD1A2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9433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8" name="text-0063">
            <a:extLst xmlns:a="http://schemas.openxmlformats.org/drawingml/2006/main">
              <a:ext uri="{FF2B5EF4-FFF2-40B4-BE49-F238E27FC236}">
                <a16:creationId xmlns:a16="http://schemas.microsoft.com/office/drawing/2014/main" id="{CDEFFCE5-0FD4-46ED-A040-AA4453F6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試合前</a:t>
            </a:r>
          </a:p>
        </p:txBody>
      </p:sp>
      <p:sp>
        <p:nvSpPr>
          <p:cNvPr id="9" name="text-0064">
            <a:extLst xmlns:a="http://schemas.openxmlformats.org/drawingml/2006/main">
              <a:ext uri="{FF2B5EF4-FFF2-40B4-BE49-F238E27FC236}">
                <a16:creationId xmlns:a16="http://schemas.microsoft.com/office/drawing/2014/main" id="{A8EA3FED-A4E0-482A-810D-1E73DEFE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4択から1つスキルを選ぶ</a:t>
            </a:r>
          </a:p>
        </p:txBody>
      </p:sp>
      <p:sp>
        <p:nvSpPr>
          <p:cNvPr id="10" name="rule-0065">
            <a:extLst xmlns:a="http://schemas.openxmlformats.org/drawingml/2006/main">
              <a:ext uri="{FF2B5EF4-FFF2-40B4-BE49-F238E27FC236}">
                <a16:creationId xmlns:a16="http://schemas.microsoft.com/office/drawing/2014/main" id="{6772806D-D874-4F1F-A137-12E9BEC4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66">
            <a:extLst xmlns:a="http://schemas.openxmlformats.org/drawingml/2006/main">
              <a:ext uri="{FF2B5EF4-FFF2-40B4-BE49-F238E27FC236}">
                <a16:creationId xmlns:a16="http://schemas.microsoft.com/office/drawing/2014/main" id="{8FAED0DD-ACA3-4194-8181-9FE2953C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試合中</a:t>
            </a:r>
          </a:p>
        </p:txBody>
      </p:sp>
      <p:sp>
        <p:nvSpPr>
          <p:cNvPr id="12" name="text-0067">
            <a:extLst xmlns:a="http://schemas.openxmlformats.org/drawingml/2006/main">
              <a:ext uri="{FF2B5EF4-FFF2-40B4-BE49-F238E27FC236}">
                <a16:creationId xmlns:a16="http://schemas.microsoft.com/office/drawing/2014/main" id="{5ED76D4A-CDD3-41B1-99A0-68E9D80B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00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移動・攻撃・感知でぶつかる</a:t>
            </a:r>
          </a:p>
        </p:txBody>
      </p:sp>
      <p:sp>
        <p:nvSpPr>
          <p:cNvPr id="13" name="rule-0068">
            <a:extLst xmlns:a="http://schemas.openxmlformats.org/drawingml/2006/main">
              <a:ext uri="{FF2B5EF4-FFF2-40B4-BE49-F238E27FC236}">
                <a16:creationId xmlns:a16="http://schemas.microsoft.com/office/drawing/2014/main" id="{21667E25-BC9A-40F0-AC79-7CCDB857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339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69">
            <a:extLst xmlns:a="http://schemas.openxmlformats.org/drawingml/2006/main">
              <a:ext uri="{FF2B5EF4-FFF2-40B4-BE49-F238E27FC236}">
                <a16:creationId xmlns:a16="http://schemas.microsoft.com/office/drawing/2014/main" id="{3651B6F2-0671-40E1-8EB3-22BE157B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006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試合後</a:t>
            </a:r>
          </a:p>
        </p:txBody>
      </p:sp>
      <p:sp>
        <p:nvSpPr>
          <p:cNvPr id="15" name="text-0070">
            <a:extLst xmlns:a="http://schemas.openxmlformats.org/drawingml/2006/main">
              <a:ext uri="{FF2B5EF4-FFF2-40B4-BE49-F238E27FC236}">
                <a16:creationId xmlns:a16="http://schemas.microsoft.com/office/drawing/2014/main" id="{2D809F89-69B6-4B8D-BE8F-985CADAD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387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得点を持って、次の選択へ</a:t>
            </a:r>
          </a:p>
        </p:txBody>
      </p:sp>
    </p:spTree>
    <p:extLst>
      <p:ext uri="{BB962C8B-B14F-4D97-AF65-F5344CB8AC3E}">
        <p14:creationId xmlns:p14="http://schemas.microsoft.com/office/powerpoint/2010/main" val="899661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71">
            <a:extLst xmlns:a="http://schemas.openxmlformats.org/drawingml/2006/main">
              <a:ext uri="{FF2B5EF4-FFF2-40B4-BE49-F238E27FC236}">
                <a16:creationId xmlns:a16="http://schemas.microsoft.com/office/drawing/2014/main" id="{38F84259-055B-416F-B203-3DBAA5FA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72">
            <a:extLst xmlns:a="http://schemas.openxmlformats.org/drawingml/2006/main">
              <a:ext uri="{FF2B5EF4-FFF2-40B4-BE49-F238E27FC236}">
                <a16:creationId xmlns:a16="http://schemas.microsoft.com/office/drawing/2014/main" id="{FE066D12-2C25-4E87-8EB1-C06CD4DB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一試合は、五つの行動を繰り返す</a:t>
            </a:r>
          </a:p>
        </p:txBody>
      </p:sp>
      <p:sp>
        <p:nvSpPr>
          <p:cNvPr id="3" name="rule-0073">
            <a:extLst xmlns:a="http://schemas.openxmlformats.org/drawingml/2006/main">
              <a:ext uri="{FF2B5EF4-FFF2-40B4-BE49-F238E27FC236}">
                <a16:creationId xmlns:a16="http://schemas.microsoft.com/office/drawing/2014/main" id="{E76581BA-516A-4F1C-842D-F8567BEC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4">
            <a:extLst xmlns:a="http://schemas.openxmlformats.org/drawingml/2006/main">
              <a:ext uri="{FF2B5EF4-FFF2-40B4-BE49-F238E27FC236}">
                <a16:creationId xmlns:a16="http://schemas.microsoft.com/office/drawing/2014/main" id="{22032F79-BB16-45D8-A6C0-EB1C4153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75">
            <a:extLst xmlns:a="http://schemas.openxmlformats.org/drawingml/2006/main">
              <a:ext uri="{FF2B5EF4-FFF2-40B4-BE49-F238E27FC236}">
                <a16:creationId xmlns:a16="http://schemas.microsoft.com/office/drawing/2014/main" id="{ADFD7B30-FE69-4CE3-B963-380226A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6" name="text-0076">
            <a:extLst xmlns:a="http://schemas.openxmlformats.org/drawingml/2006/main">
              <a:ext uri="{FF2B5EF4-FFF2-40B4-BE49-F238E27FC236}">
                <a16:creationId xmlns:a16="http://schemas.microsoft.com/office/drawing/2014/main" id="{15F14F0E-C13F-44B3-A830-C818CB5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rule-0077">
            <a:extLst xmlns:a="http://schemas.openxmlformats.org/drawingml/2006/main">
              <a:ext uri="{FF2B5EF4-FFF2-40B4-BE49-F238E27FC236}">
                <a16:creationId xmlns:a16="http://schemas.microsoft.com/office/drawing/2014/main" id="{5059C3DE-1E00-42A3-8F5F-A30B461A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78">
            <a:extLst xmlns:a="http://schemas.openxmlformats.org/drawingml/2006/main">
              <a:ext uri="{FF2B5EF4-FFF2-40B4-BE49-F238E27FC236}">
                <a16:creationId xmlns:a16="http://schemas.microsoft.com/office/drawing/2014/main" id="{9AC60550-229E-4FD8-92FD-7F88E333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選ぶ</a:t>
            </a:r>
          </a:p>
        </p:txBody>
      </p:sp>
      <p:sp>
        <p:nvSpPr>
          <p:cNvPr id="9" name="text-0079">
            <a:extLst xmlns:a="http://schemas.openxmlformats.org/drawingml/2006/main">
              <a:ext uri="{FF2B5EF4-FFF2-40B4-BE49-F238E27FC236}">
                <a16:creationId xmlns:a16="http://schemas.microsoft.com/office/drawing/2014/main" id="{7D172A2A-2610-4877-B8F0-821E0298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4択から選ぶ</a:t>
            </a:r>
          </a:p>
        </p:txBody>
      </p:sp>
      <p:sp>
        <p:nvSpPr>
          <p:cNvPr id="10" name="text-0080">
            <a:extLst xmlns:a="http://schemas.openxmlformats.org/drawingml/2006/main">
              <a:ext uri="{FF2B5EF4-FFF2-40B4-BE49-F238E27FC236}">
                <a16:creationId xmlns:a16="http://schemas.microsoft.com/office/drawing/2014/main" id="{EE89742D-8F95-4E62-8588-0ACA750D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1" name="text-0081">
            <a:extLst xmlns:a="http://schemas.openxmlformats.org/drawingml/2006/main">
              <a:ext uri="{FF2B5EF4-FFF2-40B4-BE49-F238E27FC236}">
                <a16:creationId xmlns:a16="http://schemas.microsoft.com/office/drawing/2014/main" id="{FC497E33-BF24-4A37-8FB9-3A44F0E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rule-0082">
            <a:extLst xmlns:a="http://schemas.openxmlformats.org/drawingml/2006/main">
              <a:ext uri="{FF2B5EF4-FFF2-40B4-BE49-F238E27FC236}">
                <a16:creationId xmlns:a16="http://schemas.microsoft.com/office/drawing/2014/main" id="{62EBFCD6-0C49-435B-A801-9833F90F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83">
            <a:extLst xmlns:a="http://schemas.openxmlformats.org/drawingml/2006/main">
              <a:ext uri="{FF2B5EF4-FFF2-40B4-BE49-F238E27FC236}">
                <a16:creationId xmlns:a16="http://schemas.microsoft.com/office/drawing/2014/main" id="{CEC183AF-7158-4B84-9CCB-351513A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読む</a:t>
            </a:r>
          </a:p>
        </p:txBody>
      </p:sp>
      <p:sp>
        <p:nvSpPr>
          <p:cNvPr id="14" name="text-0084">
            <a:extLst xmlns:a="http://schemas.openxmlformats.org/drawingml/2006/main">
              <a:ext uri="{FF2B5EF4-FFF2-40B4-BE49-F238E27FC236}">
                <a16:creationId xmlns:a16="http://schemas.microsoft.com/office/drawing/2014/main" id="{6BE449D5-602A-433A-9F40-94DBE410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相手と危険地帯を見る</a:t>
            </a:r>
          </a:p>
        </p:txBody>
      </p:sp>
      <p:sp>
        <p:nvSpPr>
          <p:cNvPr id="15" name="text-0085">
            <a:extLst xmlns:a="http://schemas.openxmlformats.org/drawingml/2006/main">
              <a:ext uri="{FF2B5EF4-FFF2-40B4-BE49-F238E27FC236}">
                <a16:creationId xmlns:a16="http://schemas.microsoft.com/office/drawing/2014/main" id="{EBF35725-C3BC-4648-A007-40AD8E1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6" name="text-0086">
            <a:extLst xmlns:a="http://schemas.openxmlformats.org/drawingml/2006/main">
              <a:ext uri="{FF2B5EF4-FFF2-40B4-BE49-F238E27FC236}">
                <a16:creationId xmlns:a16="http://schemas.microsoft.com/office/drawing/2014/main" id="{7910FDDD-FD3E-482E-9B7E-D3F97E89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7" name="rule-0087">
            <a:extLst xmlns:a="http://schemas.openxmlformats.org/drawingml/2006/main">
              <a:ext uri="{FF2B5EF4-FFF2-40B4-BE49-F238E27FC236}">
                <a16:creationId xmlns:a16="http://schemas.microsoft.com/office/drawing/2014/main" id="{61B20E95-2242-431D-BE39-295DD16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088">
            <a:extLst xmlns:a="http://schemas.openxmlformats.org/drawingml/2006/main">
              <a:ext uri="{FF2B5EF4-FFF2-40B4-BE49-F238E27FC236}">
                <a16:creationId xmlns:a16="http://schemas.microsoft.com/office/drawing/2014/main" id="{AA64045A-43B6-4A90-949D-6D9238C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ぶつかる</a:t>
            </a:r>
          </a:p>
        </p:txBody>
      </p:sp>
      <p:sp>
        <p:nvSpPr>
          <p:cNvPr id="19" name="text-0089">
            <a:extLst xmlns:a="http://schemas.openxmlformats.org/drawingml/2006/main">
              <a:ext uri="{FF2B5EF4-FFF2-40B4-BE49-F238E27FC236}">
                <a16:creationId xmlns:a16="http://schemas.microsoft.com/office/drawing/2014/main" id="{4B5161C1-0EBD-41B9-B7DA-A509E37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短い判断で接触する</a:t>
            </a:r>
          </a:p>
        </p:txBody>
      </p:sp>
      <p:sp>
        <p:nvSpPr>
          <p:cNvPr id="20" name="text-0090">
            <a:extLst xmlns:a="http://schemas.openxmlformats.org/drawingml/2006/main">
              <a:ext uri="{FF2B5EF4-FFF2-40B4-BE49-F238E27FC236}">
                <a16:creationId xmlns:a16="http://schemas.microsoft.com/office/drawing/2014/main" id="{5EF208DD-E469-4D65-9565-4CB05254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text-0091">
            <a:extLst xmlns:a="http://schemas.openxmlformats.org/drawingml/2006/main">
              <a:ext uri="{FF2B5EF4-FFF2-40B4-BE49-F238E27FC236}">
                <a16:creationId xmlns:a16="http://schemas.microsoft.com/office/drawing/2014/main" id="{A800F1FF-FBF3-4CAF-BEC9-69EB459A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22" name="rule-0092">
            <a:extLst xmlns:a="http://schemas.openxmlformats.org/drawingml/2006/main">
              <a:ext uri="{FF2B5EF4-FFF2-40B4-BE49-F238E27FC236}">
                <a16:creationId xmlns:a16="http://schemas.microsoft.com/office/drawing/2014/main" id="{854DC6A0-198E-4E53-995A-348734E7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093">
            <a:extLst xmlns:a="http://schemas.openxmlformats.org/drawingml/2006/main">
              <a:ext uri="{FF2B5EF4-FFF2-40B4-BE49-F238E27FC236}">
                <a16:creationId xmlns:a16="http://schemas.microsoft.com/office/drawing/2014/main" id="{D568BE4B-07AF-4068-9DC9-E918F5C6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得点</a:t>
            </a:r>
          </a:p>
        </p:txBody>
      </p:sp>
      <p:sp>
        <p:nvSpPr>
          <p:cNvPr id="24" name="text-0094">
            <a:extLst xmlns:a="http://schemas.openxmlformats.org/drawingml/2006/main">
              <a:ext uri="{FF2B5EF4-FFF2-40B4-BE49-F238E27FC236}">
                <a16:creationId xmlns:a16="http://schemas.microsoft.com/office/drawing/2014/main" id="{EF71D6AB-AE06-4F77-8CCD-E14A75A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結果を順位へ反映する</a:t>
            </a:r>
          </a:p>
        </p:txBody>
      </p:sp>
      <p:sp>
        <p:nvSpPr>
          <p:cNvPr id="25" name="text-0095">
            <a:extLst xmlns:a="http://schemas.openxmlformats.org/drawingml/2006/main">
              <a:ext uri="{FF2B5EF4-FFF2-40B4-BE49-F238E27FC236}">
                <a16:creationId xmlns:a16="http://schemas.microsoft.com/office/drawing/2014/main" id="{89C2A5DE-8BE0-43DB-86A9-9D84BC04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6" name="text-0096">
            <a:extLst xmlns:a="http://schemas.openxmlformats.org/drawingml/2006/main">
              <a:ext uri="{FF2B5EF4-FFF2-40B4-BE49-F238E27FC236}">
                <a16:creationId xmlns:a16="http://schemas.microsoft.com/office/drawing/2014/main" id="{BC831003-E618-4242-9B8B-7CB0D006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27" name="rule-0097">
            <a:extLst xmlns:a="http://schemas.openxmlformats.org/drawingml/2006/main">
              <a:ext uri="{FF2B5EF4-FFF2-40B4-BE49-F238E27FC236}">
                <a16:creationId xmlns:a16="http://schemas.microsoft.com/office/drawing/2014/main" id="{19CFB461-AA0C-4E2A-AB62-24F921D0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098">
            <a:extLst xmlns:a="http://schemas.openxmlformats.org/drawingml/2006/main">
              <a:ext uri="{FF2B5EF4-FFF2-40B4-BE49-F238E27FC236}">
                <a16:creationId xmlns:a16="http://schemas.microsoft.com/office/drawing/2014/main" id="{7EB1704D-FB33-4620-84B5-291E2E59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次へ</a:t>
            </a:r>
          </a:p>
        </p:txBody>
      </p:sp>
      <p:sp>
        <p:nvSpPr>
          <p:cNvPr id="29" name="text-0099">
            <a:extLst xmlns:a="http://schemas.openxmlformats.org/drawingml/2006/main">
              <a:ext uri="{FF2B5EF4-FFF2-40B4-BE49-F238E27FC236}">
                <a16:creationId xmlns:a16="http://schemas.microsoft.com/office/drawing/2014/main" id="{8F67AF1D-AFFE-41D8-BC34-36D57378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組み合わせを更新する</a:t>
            </a:r>
          </a:p>
        </p:txBody>
      </p:sp>
      <p:sp>
        <p:nvSpPr>
          <p:cNvPr id="30" name="shape-0100">
            <a:extLst xmlns:a="http://schemas.openxmlformats.org/drawingml/2006/main">
              <a:ext uri="{FF2B5EF4-FFF2-40B4-BE49-F238E27FC236}">
                <a16:creationId xmlns:a16="http://schemas.microsoft.com/office/drawing/2014/main" id="{E5EECF6A-69FA-41BF-82D2-3B2874BB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10725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01">
            <a:extLst xmlns:a="http://schemas.openxmlformats.org/drawingml/2006/main">
              <a:ext uri="{FF2B5EF4-FFF2-40B4-BE49-F238E27FC236}">
                <a16:creationId xmlns:a16="http://schemas.microsoft.com/office/drawing/2014/main" id="{1B392E76-6993-4E7F-8329-99D5A165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長い説明は置かず、短い試合で「選択 → 結果」の関係を覚えられる構造にする。</a:t>
            </a:r>
          </a:p>
        </p:txBody>
      </p:sp>
    </p:spTree>
    <p:extLst>
      <p:ext uri="{BB962C8B-B14F-4D97-AF65-F5344CB8AC3E}">
        <p14:creationId xmlns:p14="http://schemas.microsoft.com/office/powerpoint/2010/main" val="1646997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02">
            <a:extLst xmlns:a="http://schemas.openxmlformats.org/drawingml/2006/main">
              <a:ext uri="{FF2B5EF4-FFF2-40B4-BE49-F238E27FC236}">
                <a16:creationId xmlns:a16="http://schemas.microsoft.com/office/drawing/2014/main" id="{11EE9CBC-AA11-45B4-BE5F-86DBD2D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03">
            <a:extLst xmlns:a="http://schemas.openxmlformats.org/drawingml/2006/main">
              <a:ext uri="{FF2B5EF4-FFF2-40B4-BE49-F238E27FC236}">
                <a16:creationId xmlns:a16="http://schemas.microsoft.com/office/drawing/2014/main" id="{2BD4AC21-6D40-44C4-B58C-FDE52EEF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スキルは三系統。強さより、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違いが見えることを優先する</a:t>
            </a:r>
          </a:p>
        </p:txBody>
      </p:sp>
      <p:sp>
        <p:nvSpPr>
          <p:cNvPr id="3" name="rule-0104">
            <a:extLst xmlns:a="http://schemas.openxmlformats.org/drawingml/2006/main">
              <a:ext uri="{FF2B5EF4-FFF2-40B4-BE49-F238E27FC236}">
                <a16:creationId xmlns:a16="http://schemas.microsoft.com/office/drawing/2014/main" id="{D641ABA8-5381-40B5-B6B4-C0D431D0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05">
            <a:extLst xmlns:a="http://schemas.openxmlformats.org/drawingml/2006/main">
              <a:ext uri="{FF2B5EF4-FFF2-40B4-BE49-F238E27FC236}">
                <a16:creationId xmlns:a16="http://schemas.microsoft.com/office/drawing/2014/main" id="{C56712BA-97D9-466A-9D47-44767AED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06">
            <a:extLst xmlns:a="http://schemas.openxmlformats.org/drawingml/2006/main">
              <a:ext uri="{FF2B5EF4-FFF2-40B4-BE49-F238E27FC236}">
                <a16:creationId xmlns:a16="http://schemas.microsoft.com/office/drawing/2014/main" id="{18B0E5E0-579B-4B43-B915-E8DEF6D3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6" name="rule-0107">
            <a:extLst xmlns:a="http://schemas.openxmlformats.org/drawingml/2006/main">
              <a:ext uri="{FF2B5EF4-FFF2-40B4-BE49-F238E27FC236}">
                <a16:creationId xmlns:a16="http://schemas.microsoft.com/office/drawing/2014/main" id="{446AC386-0359-4F6D-AF5B-02C48C6C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08">
            <a:extLst xmlns:a="http://schemas.openxmlformats.org/drawingml/2006/main">
              <a:ext uri="{FF2B5EF4-FFF2-40B4-BE49-F238E27FC236}">
                <a16:creationId xmlns:a16="http://schemas.microsoft.com/office/drawing/2014/main" id="{2F5FFCE5-31EB-404E-ACCD-D78F5F75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移動</a:t>
            </a:r>
          </a:p>
        </p:txBody>
      </p:sp>
      <p:sp>
        <p:nvSpPr>
          <p:cNvPr id="8" name="text-0109">
            <a:extLst xmlns:a="http://schemas.openxmlformats.org/drawingml/2006/main">
              <a:ext uri="{FF2B5EF4-FFF2-40B4-BE49-F238E27FC236}">
                <a16:creationId xmlns:a16="http://schemas.microsoft.com/office/drawing/2014/main" id="{924546EF-BB4E-4AC9-AF87-7D634F63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Dash / Jump Boost / Grapple / Hover</a:t>
            </a:r>
          </a:p>
        </p:txBody>
      </p:sp>
      <p:sp>
        <p:nvSpPr>
          <p:cNvPr id="9" name="text-0110">
            <a:extLst xmlns:a="http://schemas.openxmlformats.org/drawingml/2006/main">
              <a:ext uri="{FF2B5EF4-FFF2-40B4-BE49-F238E27FC236}">
                <a16:creationId xmlns:a16="http://schemas.microsoft.com/office/drawing/2014/main" id="{644F3739-2191-4BDB-9C7E-36DE7CC4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距離を変える</a:t>
            </a:r>
          </a:p>
        </p:txBody>
      </p:sp>
      <p:sp>
        <p:nvSpPr>
          <p:cNvPr id="10" name="rule-0111">
            <a:extLst xmlns:a="http://schemas.openxmlformats.org/drawingml/2006/main">
              <a:ext uri="{FF2B5EF4-FFF2-40B4-BE49-F238E27FC236}">
                <a16:creationId xmlns:a16="http://schemas.microsoft.com/office/drawing/2014/main" id="{9729019C-C520-45AB-9A27-0958F04A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43150"/>
            <a:ext cx="19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12">
            <a:extLst xmlns:a="http://schemas.openxmlformats.org/drawingml/2006/main">
              <a:ext uri="{FF2B5EF4-FFF2-40B4-BE49-F238E27FC236}">
                <a16:creationId xmlns:a16="http://schemas.microsoft.com/office/drawing/2014/main" id="{7CA66F43-BBD1-4240-966B-DE1034CE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攻撃</a:t>
            </a:r>
          </a:p>
        </p:txBody>
      </p:sp>
      <p:sp>
        <p:nvSpPr>
          <p:cNvPr id="12" name="text-0113">
            <a:extLst xmlns:a="http://schemas.openxmlformats.org/drawingml/2006/main">
              <a:ext uri="{FF2B5EF4-FFF2-40B4-BE49-F238E27FC236}">
                <a16:creationId xmlns:a16="http://schemas.microsoft.com/office/drawing/2014/main" id="{290FD965-C645-4D12-9734-87EA7D14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Pulse / Bomb / Shield / Mirage</a:t>
            </a:r>
          </a:p>
        </p:txBody>
      </p:sp>
      <p:sp>
        <p:nvSpPr>
          <p:cNvPr id="13" name="text-0114">
            <a:extLst xmlns:a="http://schemas.openxmlformats.org/drawingml/2006/main">
              <a:ext uri="{FF2B5EF4-FFF2-40B4-BE49-F238E27FC236}">
                <a16:creationId xmlns:a16="http://schemas.microsoft.com/office/drawing/2014/main" id="{63CC5F53-E099-4109-9884-22BBC68F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接触を変える</a:t>
            </a:r>
          </a:p>
        </p:txBody>
      </p:sp>
      <p:sp>
        <p:nvSpPr>
          <p:cNvPr id="14" name="rule-0115">
            <a:extLst xmlns:a="http://schemas.openxmlformats.org/drawingml/2006/main">
              <a:ext uri="{FF2B5EF4-FFF2-40B4-BE49-F238E27FC236}">
                <a16:creationId xmlns:a16="http://schemas.microsoft.com/office/drawing/2014/main" id="{F3353B81-85B3-43D6-9FBB-11412B0F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19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16">
            <a:extLst xmlns:a="http://schemas.openxmlformats.org/drawingml/2006/main">
              <a:ext uri="{FF2B5EF4-FFF2-40B4-BE49-F238E27FC236}">
                <a16:creationId xmlns:a16="http://schemas.microsoft.com/office/drawing/2014/main" id="{2A6B4765-2AC8-41C1-A646-1CD1C7DF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感知</a:t>
            </a:r>
          </a:p>
        </p:txBody>
      </p:sp>
      <p:sp>
        <p:nvSpPr>
          <p:cNvPr id="16" name="text-0117">
            <a:extLst xmlns:a="http://schemas.openxmlformats.org/drawingml/2006/main">
              <a:ext uri="{FF2B5EF4-FFF2-40B4-BE49-F238E27FC236}">
                <a16:creationId xmlns:a16="http://schemas.microsoft.com/office/drawing/2014/main" id="{DD7A692F-07A3-45E5-A7A3-FF17DFF6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Radar / Revive / 位置情報の共有</a:t>
            </a:r>
          </a:p>
        </p:txBody>
      </p:sp>
      <p:sp>
        <p:nvSpPr>
          <p:cNvPr id="17" name="text-0118">
            <a:extLst xmlns:a="http://schemas.openxmlformats.org/drawingml/2006/main">
              <a:ext uri="{FF2B5EF4-FFF2-40B4-BE49-F238E27FC236}">
                <a16:creationId xmlns:a16="http://schemas.microsoft.com/office/drawing/2014/main" id="{58E4128B-778F-4E31-89A7-5602566F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判断材料を変える</a:t>
            </a:r>
          </a:p>
        </p:txBody>
      </p:sp>
      <p:sp>
        <p:nvSpPr>
          <p:cNvPr id="18" name="text-0119">
            <a:extLst xmlns:a="http://schemas.openxmlformats.org/drawingml/2006/main">
              <a:ext uri="{FF2B5EF4-FFF2-40B4-BE49-F238E27FC236}">
                <a16:creationId xmlns:a16="http://schemas.microsoft.com/office/drawing/2014/main" id="{38AAB8E7-E525-4066-83EF-DBA26333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72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同じ場面でも、使う系統が変わればプレイヤーの狙いが見える。</a:t>
            </a:r>
          </a:p>
        </p:txBody>
      </p:sp>
    </p:spTree>
    <p:extLst>
      <p:ext uri="{BB962C8B-B14F-4D97-AF65-F5344CB8AC3E}">
        <p14:creationId xmlns:p14="http://schemas.microsoft.com/office/powerpoint/2010/main" val="1119940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20">
            <a:extLst xmlns:a="http://schemas.openxmlformats.org/drawingml/2006/main">
              <a:ext uri="{FF2B5EF4-FFF2-40B4-BE49-F238E27FC236}">
                <a16:creationId xmlns:a16="http://schemas.microsoft.com/office/drawing/2014/main" id="{D35B956B-8C78-497F-B32D-56EE7002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21">
            <a:extLst xmlns:a="http://schemas.openxmlformats.org/drawingml/2006/main">
              <a:ext uri="{FF2B5EF4-FFF2-40B4-BE49-F238E27FC236}">
                <a16:creationId xmlns:a16="http://schemas.microsoft.com/office/drawing/2014/main" id="{B1A3935A-EB06-44EE-A6CE-DCACC87F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ステージは広さではなく、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衝突点の配置で設計する</a:t>
            </a:r>
          </a:p>
        </p:txBody>
      </p:sp>
      <p:sp>
        <p:nvSpPr>
          <p:cNvPr id="3" name="rule-0122">
            <a:extLst xmlns:a="http://schemas.openxmlformats.org/drawingml/2006/main">
              <a:ext uri="{FF2B5EF4-FFF2-40B4-BE49-F238E27FC236}">
                <a16:creationId xmlns:a16="http://schemas.microsoft.com/office/drawing/2014/main" id="{F3771001-049A-4AF8-A7CC-F7857C9F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3">
            <a:extLst xmlns:a="http://schemas.openxmlformats.org/drawingml/2006/main">
              <a:ext uri="{FF2B5EF4-FFF2-40B4-BE49-F238E27FC236}">
                <a16:creationId xmlns:a16="http://schemas.microsoft.com/office/drawing/2014/main" id="{B0CD73B1-636E-4955-AB1F-D996E76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24">
            <a:extLst xmlns:a="http://schemas.openxmlformats.org/drawingml/2006/main">
              <a:ext uri="{FF2B5EF4-FFF2-40B4-BE49-F238E27FC236}">
                <a16:creationId xmlns:a16="http://schemas.microsoft.com/office/drawing/2014/main" id="{4734E3C2-76C5-43B2-959D-706A8764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6" name="text-0125">
            <a:extLst xmlns:a="http://schemas.openxmlformats.org/drawingml/2006/main">
              <a:ext uri="{FF2B5EF4-FFF2-40B4-BE49-F238E27FC236}">
                <a16:creationId xmlns:a16="http://schemas.microsoft.com/office/drawing/2014/main" id="{51E1BEB3-7D27-4947-A9F7-3DCD919A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text-0126">
            <a:extLst xmlns:a="http://schemas.openxmlformats.org/drawingml/2006/main">
              <a:ext uri="{FF2B5EF4-FFF2-40B4-BE49-F238E27FC236}">
                <a16:creationId xmlns:a16="http://schemas.microsoft.com/office/drawing/2014/main" id="{270C18B3-2B17-4D2A-BFA1-60733AF1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中央へ寄せる</a:t>
            </a:r>
          </a:p>
        </p:txBody>
      </p:sp>
      <p:sp>
        <p:nvSpPr>
          <p:cNvPr id="8" name="text-0127">
            <a:extLst xmlns:a="http://schemas.openxmlformats.org/drawingml/2006/main">
              <a:ext uri="{FF2B5EF4-FFF2-40B4-BE49-F238E27FC236}">
                <a16:creationId xmlns:a16="http://schemas.microsoft.com/office/drawing/2014/main" id="{E1A393DF-EF86-4B1C-A4AD-E0165782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安全な外周から中央の得点・危険地帯へ</a:t>
            </a:r>
          </a:p>
        </p:txBody>
      </p:sp>
      <p:sp>
        <p:nvSpPr>
          <p:cNvPr id="9" name="text-0128">
            <a:extLst xmlns:a="http://schemas.openxmlformats.org/drawingml/2006/main">
              <a:ext uri="{FF2B5EF4-FFF2-40B4-BE49-F238E27FC236}">
                <a16:creationId xmlns:a16="http://schemas.microsoft.com/office/drawing/2014/main" id="{C39FD973-491E-482F-9535-C10E48E9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text-0129">
            <a:extLst xmlns:a="http://schemas.openxmlformats.org/drawingml/2006/main">
              <a:ext uri="{FF2B5EF4-FFF2-40B4-BE49-F238E27FC236}">
                <a16:creationId xmlns:a16="http://schemas.microsoft.com/office/drawing/2014/main" id="{3D07F157-8DC3-4F9A-86B2-B604D8D4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復帰を見せる</a:t>
            </a:r>
          </a:p>
        </p:txBody>
      </p:sp>
      <p:sp>
        <p:nvSpPr>
          <p:cNvPr id="11" name="text-0130">
            <a:extLst xmlns:a="http://schemas.openxmlformats.org/drawingml/2006/main">
              <a:ext uri="{FF2B5EF4-FFF2-40B4-BE49-F238E27FC236}">
                <a16:creationId xmlns:a16="http://schemas.microsoft.com/office/drawing/2014/main" id="{D09A9927-F123-468E-983F-DC8DF867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落下後の復帰点と戻り道を同じ画面に置く</a:t>
            </a:r>
          </a:p>
        </p:txBody>
      </p:sp>
      <p:sp>
        <p:nvSpPr>
          <p:cNvPr id="12" name="text-0131">
            <a:extLst xmlns:a="http://schemas.openxmlformats.org/drawingml/2006/main">
              <a:ext uri="{FF2B5EF4-FFF2-40B4-BE49-F238E27FC236}">
                <a16:creationId xmlns:a16="http://schemas.microsoft.com/office/drawing/2014/main" id="{22BCAAA3-F313-48AC-B23D-18B693E1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3" name="text-0132">
            <a:extLst xmlns:a="http://schemas.openxmlformats.org/drawingml/2006/main">
              <a:ext uri="{FF2B5EF4-FFF2-40B4-BE49-F238E27FC236}">
                <a16:creationId xmlns:a16="http://schemas.microsoft.com/office/drawing/2014/main" id="{9F94F0BC-9A46-4ABB-8BD8-4B5E07CB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逃げ道を限定する</a:t>
            </a:r>
          </a:p>
        </p:txBody>
      </p:sp>
      <p:sp>
        <p:nvSpPr>
          <p:cNvPr id="14" name="text-0133">
            <a:extLst xmlns:a="http://schemas.openxmlformats.org/drawingml/2006/main">
              <a:ext uri="{FF2B5EF4-FFF2-40B4-BE49-F238E27FC236}">
                <a16:creationId xmlns:a16="http://schemas.microsoft.com/office/drawing/2014/main" id="{F1D0125C-E9DA-434C-9CB6-D1005141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障害物で選択肢を作り、視認性は失わない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130079e72437c"/>
          <a:srcRect xmlns:a="http://schemas.openxmlformats.org/drawingml/2006/main" l="18364" t="0" r="18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809750"/>
            <a:ext cx="6019800" cy="4000500"/>
          </a:xfrm>
          <a:prstGeom xmlns:a="http://schemas.openxmlformats.org/drawingml/2006/main" prst="rect">
            <a:avLst/>
          </a:prstGeom>
        </p:spPr>
      </p:pic>
      <p:sp>
        <p:nvSpPr>
          <p:cNvPr id="16" name="image-border-0135">
            <a:extLst xmlns:a="http://schemas.openxmlformats.org/drawingml/2006/main">
              <a:ext uri="{FF2B5EF4-FFF2-40B4-BE49-F238E27FC236}">
                <a16:creationId xmlns:a16="http://schemas.microsoft.com/office/drawing/2014/main" id="{075D5783-05AE-434F-88B3-9933157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6019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7" name="text-0136">
            <a:extLst xmlns:a="http://schemas.openxmlformats.org/drawingml/2006/main">
              <a:ext uri="{FF2B5EF4-FFF2-40B4-BE49-F238E27FC236}">
                <a16:creationId xmlns:a16="http://schemas.microsoft.com/office/drawing/2014/main" id="{34D4ABF5-DB2E-43A5-ACEA-726F533F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86450"/>
            <a:ext cx="601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現在のブロックアウト。床面積より、中央・端・復帰点の関係を検証している。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1366880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37">
            <a:extLst xmlns:a="http://schemas.openxmlformats.org/drawingml/2006/main">
              <a:ext uri="{FF2B5EF4-FFF2-40B4-BE49-F238E27FC236}">
                <a16:creationId xmlns:a16="http://schemas.microsoft.com/office/drawing/2014/main" id="{55253902-BE2C-46CA-A633-C49F54F3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38">
            <a:extLst xmlns:a="http://schemas.openxmlformats.org/drawingml/2006/main">
              <a:ext uri="{FF2B5EF4-FFF2-40B4-BE49-F238E27FC236}">
                <a16:creationId xmlns:a16="http://schemas.microsoft.com/office/drawing/2014/main" id="{D145EE0B-E6F4-4605-9D4E-B74D9154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Unrealへの移行は、操作の核まで接続した</a:t>
            </a:r>
          </a:p>
        </p:txBody>
      </p:sp>
      <p:sp>
        <p:nvSpPr>
          <p:cNvPr id="3" name="rule-0139">
            <a:extLst xmlns:a="http://schemas.openxmlformats.org/drawingml/2006/main">
              <a:ext uri="{FF2B5EF4-FFF2-40B4-BE49-F238E27FC236}">
                <a16:creationId xmlns:a16="http://schemas.microsoft.com/office/drawing/2014/main" id="{B2DAD907-87A2-4AAB-9FDA-C89036EB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40">
            <a:extLst xmlns:a="http://schemas.openxmlformats.org/drawingml/2006/main">
              <a:ext uri="{FF2B5EF4-FFF2-40B4-BE49-F238E27FC236}">
                <a16:creationId xmlns:a16="http://schemas.microsoft.com/office/drawing/2014/main" id="{BEEA4013-C5C0-4A62-87FB-7CF66DF5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41">
            <a:extLst xmlns:a="http://schemas.openxmlformats.org/drawingml/2006/main">
              <a:ext uri="{FF2B5EF4-FFF2-40B4-BE49-F238E27FC236}">
                <a16:creationId xmlns:a16="http://schemas.microsoft.com/office/drawing/2014/main" id="{98CAF4C3-8BEF-41BD-9E68-2B6ACC9E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d532784384e46"/>
          <a:srcRect xmlns:a="http://schemas.openxmlformats.org/drawingml/2006/main" l="0" t="6424" r="0" b="6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71650"/>
            <a:ext cx="4953000" cy="2495550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143">
            <a:extLst xmlns:a="http://schemas.openxmlformats.org/drawingml/2006/main">
              <a:ext uri="{FF2B5EF4-FFF2-40B4-BE49-F238E27FC236}">
                <a16:creationId xmlns:a16="http://schemas.microsoft.com/office/drawing/2014/main" id="{C9899770-381F-4212-905B-15F698DE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4953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0b265d88c4dea"/>
          <a:srcRect xmlns:a="http://schemas.openxmlformats.org/drawingml/2006/main" l="0" t="10386" r="0" b="10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771650"/>
            <a:ext cx="5448300" cy="2495550"/>
          </a:xfrm>
          <a:prstGeom xmlns:a="http://schemas.openxmlformats.org/drawingml/2006/main" prst="rect">
            <a:avLst/>
          </a:prstGeom>
        </p:spPr>
      </p:pic>
      <p:sp>
        <p:nvSpPr>
          <p:cNvPr id="9" name="image-border-0145">
            <a:extLst xmlns:a="http://schemas.openxmlformats.org/drawingml/2006/main">
              <a:ext uri="{FF2B5EF4-FFF2-40B4-BE49-F238E27FC236}">
                <a16:creationId xmlns:a16="http://schemas.microsoft.com/office/drawing/2014/main" id="{372F6541-1FAA-40B7-BFD8-F512CA37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448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0" name="text-0146">
            <a:extLst xmlns:a="http://schemas.openxmlformats.org/drawingml/2006/main">
              <a:ext uri="{FF2B5EF4-FFF2-40B4-BE49-F238E27FC236}">
                <a16:creationId xmlns:a16="http://schemas.microsoft.com/office/drawing/2014/main" id="{48F69027-FB22-4E49-B409-00D2C98D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共有カメラとアリーナ</a:t>
            </a:r>
          </a:p>
        </p:txBody>
      </p:sp>
      <p:sp>
        <p:nvSpPr>
          <p:cNvPr id="11" name="text-0147">
            <a:extLst xmlns:a="http://schemas.openxmlformats.org/drawingml/2006/main">
              <a:ext uri="{FF2B5EF4-FFF2-40B4-BE49-F238E27FC236}">
                <a16:creationId xmlns:a16="http://schemas.microsoft.com/office/drawing/2014/main" id="{C2AE5AA6-22E6-426A-B3E0-F20F09F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544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Eggybot移植と移動検証</a:t>
            </a:r>
          </a:p>
        </p:txBody>
      </p:sp>
      <p:sp>
        <p:nvSpPr>
          <p:cNvPr id="12" name="text-0148">
            <a:extLst xmlns:a="http://schemas.openxmlformats.org/drawingml/2006/main">
              <a:ext uri="{FF2B5EF4-FFF2-40B4-BE49-F238E27FC236}">
                <a16:creationId xmlns:a16="http://schemas.microsoft.com/office/drawing/2014/main" id="{89696E73-FEDE-482B-9ED2-FDAD44C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接続済み</a:t>
            </a:r>
          </a:p>
        </p:txBody>
      </p:sp>
      <p:sp>
        <p:nvSpPr>
          <p:cNvPr id="13" name="text-0149">
            <a:extLst xmlns:a="http://schemas.openxmlformats.org/drawingml/2006/main">
              <a:ext uri="{FF2B5EF4-FFF2-40B4-BE49-F238E27FC236}">
                <a16:creationId xmlns:a16="http://schemas.microsoft.com/office/drawing/2014/main" id="{13AAF336-C472-4CB9-A42E-8B2954E1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 / FBX / X-Z平面移動 / Jump / Dash / Knockback / 共有カメラ</a:t>
            </a:r>
          </a:p>
        </p:txBody>
      </p:sp>
      <p:sp>
        <p:nvSpPr>
          <p:cNvPr id="14" name="text-0150">
            <a:extLst xmlns:a="http://schemas.openxmlformats.org/drawingml/2006/main">
              <a:ext uri="{FF2B5EF4-FFF2-40B4-BE49-F238E27FC236}">
                <a16:creationId xmlns:a16="http://schemas.microsoft.com/office/drawing/2014/main" id="{A8FBCF1E-D1E8-4440-A13D-C45B4A6C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次に確認</a:t>
            </a:r>
          </a:p>
        </p:txBody>
      </p:sp>
      <p:sp>
        <p:nvSpPr>
          <p:cNvPr id="15" name="text-0151">
            <a:extLst xmlns:a="http://schemas.openxmlformats.org/drawingml/2006/main">
              <a:ext uri="{FF2B5EF4-FFF2-40B4-BE49-F238E27FC236}">
                <a16:creationId xmlns:a16="http://schemas.microsoft.com/office/drawing/2014/main" id="{6E9FD665-15E5-4F77-9544-1878C0D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72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Game Viewの実画角 / Enhanced Input asset / 2人同時操作 / 1試合の完走</a:t>
            </a:r>
          </a:p>
        </p:txBody>
      </p:sp>
    </p:spTree>
    <p:extLst>
      <p:ext uri="{BB962C8B-B14F-4D97-AF65-F5344CB8AC3E}">
        <p14:creationId xmlns:p14="http://schemas.microsoft.com/office/powerpoint/2010/main" val="1690771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A6C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152">
            <a:extLst xmlns:a="http://schemas.openxmlformats.org/drawingml/2006/main">
              <a:ext uri="{FF2B5EF4-FFF2-40B4-BE49-F238E27FC236}">
                <a16:creationId xmlns:a16="http://schemas.microsoft.com/office/drawing/2014/main" id="{54878457-01DC-49DA-A1E5-07B14EE9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ゲームだけではなく、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作り方も設計する。</a:t>
            </a:r>
          </a:p>
        </p:txBody>
      </p:sp>
      <p:sp>
        <p:nvSpPr>
          <p:cNvPr id="2" name="rule-0153">
            <a:extLst xmlns:a="http://schemas.openxmlformats.org/drawingml/2006/main">
              <a:ext uri="{FF2B5EF4-FFF2-40B4-BE49-F238E27FC236}">
                <a16:creationId xmlns:a16="http://schemas.microsoft.com/office/drawing/2014/main" id="{3B620F4B-FF77-4ED2-94CF-B36B214D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33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154">
            <a:extLst xmlns:a="http://schemas.openxmlformats.org/drawingml/2006/main">
              <a:ext uri="{FF2B5EF4-FFF2-40B4-BE49-F238E27FC236}">
                <a16:creationId xmlns:a16="http://schemas.microsoft.com/office/drawing/2014/main" id="{F9E496BB-C4B2-4C44-AC9E-6108B2E0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00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AIをチャット欄ではなく、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制作チームとして組む</a:t>
            </a:r>
          </a:p>
        </p:txBody>
      </p:sp>
      <p:sp>
        <p:nvSpPr>
          <p:cNvPr id="4" name="text-0155">
            <a:extLst xmlns:a="http://schemas.openxmlformats.org/drawingml/2006/main">
              <a:ext uri="{FF2B5EF4-FFF2-40B4-BE49-F238E27FC236}">
                <a16:creationId xmlns:a16="http://schemas.microsoft.com/office/drawing/2014/main" id="{57000235-C456-466C-BF10-3FB4A4F5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MCP  /  API  /  Agent  /  Skill  /  Hook  /  Review</a:t>
            </a:r>
          </a:p>
        </p:txBody>
      </p:sp>
      <p:sp>
        <p:nvSpPr>
          <p:cNvPr id="5" name="text-0156">
            <a:extLst xmlns:a="http://schemas.openxmlformats.org/drawingml/2006/main">
              <a:ext uri="{FF2B5EF4-FFF2-40B4-BE49-F238E27FC236}">
                <a16:creationId xmlns:a16="http://schemas.microsoft.com/office/drawing/2014/main" id="{78E895E5-3768-4678-A051-DF525501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96512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57">
            <a:extLst xmlns:a="http://schemas.openxmlformats.org/drawingml/2006/main">
              <a:ext uri="{FF2B5EF4-FFF2-40B4-BE49-F238E27FC236}">
                <a16:creationId xmlns:a16="http://schemas.microsoft.com/office/drawing/2014/main" id="{68501EFE-9E9B-4A8D-BC84-621FF87E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58">
            <a:extLst xmlns:a="http://schemas.openxmlformats.org/drawingml/2006/main">
              <a:ext uri="{FF2B5EF4-FFF2-40B4-BE49-F238E27FC236}">
                <a16:creationId xmlns:a16="http://schemas.microsoft.com/office/drawing/2014/main" id="{257763A1-022E-49B9-9367-3D64796A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人が決め、複数のAIが分担し、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Editorの結果で確かめる</a:t>
            </a:r>
          </a:p>
        </p:txBody>
      </p:sp>
      <p:sp>
        <p:nvSpPr>
          <p:cNvPr id="3" name="rule-0159">
            <a:extLst xmlns:a="http://schemas.openxmlformats.org/drawingml/2006/main">
              <a:ext uri="{FF2B5EF4-FFF2-40B4-BE49-F238E27FC236}">
                <a16:creationId xmlns:a16="http://schemas.microsoft.com/office/drawing/2014/main" id="{938456B8-56C8-4727-BDD2-B646CE42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0">
            <a:extLst xmlns:a="http://schemas.openxmlformats.org/drawingml/2006/main">
              <a:ext uri="{FF2B5EF4-FFF2-40B4-BE49-F238E27FC236}">
                <a16:creationId xmlns:a16="http://schemas.microsoft.com/office/drawing/2014/main" id="{C946FAAF-35B2-46D0-B14B-4BD16886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61">
            <a:extLst xmlns:a="http://schemas.openxmlformats.org/drawingml/2006/main">
              <a:ext uri="{FF2B5EF4-FFF2-40B4-BE49-F238E27FC236}">
                <a16:creationId xmlns:a16="http://schemas.microsoft.com/office/drawing/2014/main" id="{6F97BCBA-174A-4EEF-BFA9-5F1C9FAF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6" name="text-0162">
            <a:extLst xmlns:a="http://schemas.openxmlformats.org/drawingml/2006/main">
              <a:ext uri="{FF2B5EF4-FFF2-40B4-BE49-F238E27FC236}">
                <a16:creationId xmlns:a16="http://schemas.microsoft.com/office/drawing/2014/main" id="{65F51C61-5801-42DC-AB05-7144A4EF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人</a:t>
            </a:r>
          </a:p>
        </p:txBody>
      </p:sp>
      <p:sp>
        <p:nvSpPr>
          <p:cNvPr id="7" name="rule-0163">
            <a:extLst xmlns:a="http://schemas.openxmlformats.org/drawingml/2006/main">
              <a:ext uri="{FF2B5EF4-FFF2-40B4-BE49-F238E27FC236}">
                <a16:creationId xmlns:a16="http://schemas.microsoft.com/office/drawing/2014/main" id="{7DA4E1FA-4ACE-44D1-AED0-DB1834B2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164">
            <a:extLst xmlns:a="http://schemas.openxmlformats.org/drawingml/2006/main">
              <a:ext uri="{FF2B5EF4-FFF2-40B4-BE49-F238E27FC236}">
                <a16:creationId xmlns:a16="http://schemas.microsoft.com/office/drawing/2014/main" id="{8F6CE661-03B2-4B2D-B912-60EBA871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遊び・見た目・採否を決める</a:t>
            </a:r>
          </a:p>
        </p:txBody>
      </p:sp>
      <p:sp>
        <p:nvSpPr>
          <p:cNvPr id="9" name="text-0165">
            <a:extLst xmlns:a="http://schemas.openxmlformats.org/drawingml/2006/main">
              <a:ext uri="{FF2B5EF4-FFF2-40B4-BE49-F238E27FC236}">
                <a16:creationId xmlns:a16="http://schemas.microsoft.com/office/drawing/2014/main" id="{8838166C-B1F1-4AB3-8B2D-BFF78985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0" name="text-0166">
            <a:extLst xmlns:a="http://schemas.openxmlformats.org/drawingml/2006/main">
              <a:ext uri="{FF2B5EF4-FFF2-40B4-BE49-F238E27FC236}">
                <a16:creationId xmlns:a16="http://schemas.microsoft.com/office/drawing/2014/main" id="{713DA758-F192-41CC-B97D-DE9B03A3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Codex</a:t>
            </a:r>
          </a:p>
        </p:txBody>
      </p:sp>
      <p:sp>
        <p:nvSpPr>
          <p:cNvPr id="11" name="rule-0167">
            <a:extLst xmlns:a="http://schemas.openxmlformats.org/drawingml/2006/main">
              <a:ext uri="{FF2B5EF4-FFF2-40B4-BE49-F238E27FC236}">
                <a16:creationId xmlns:a16="http://schemas.microsoft.com/office/drawing/2014/main" id="{6449C171-5009-4381-A4DC-663EF20D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68">
            <a:extLst xmlns:a="http://schemas.openxmlformats.org/drawingml/2006/main">
              <a:ext uri="{FF2B5EF4-FFF2-40B4-BE49-F238E27FC236}">
                <a16:creationId xmlns:a16="http://schemas.microsoft.com/office/drawing/2014/main" id="{89E74E7E-2477-43BD-8CF1-3FED9682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調査・構成・独立タスク・最終確認</a:t>
            </a:r>
          </a:p>
        </p:txBody>
      </p:sp>
      <p:sp>
        <p:nvSpPr>
          <p:cNvPr id="13" name="text-0169">
            <a:extLst xmlns:a="http://schemas.openxmlformats.org/drawingml/2006/main">
              <a:ext uri="{FF2B5EF4-FFF2-40B4-BE49-F238E27FC236}">
                <a16:creationId xmlns:a16="http://schemas.microsoft.com/office/drawing/2014/main" id="{E65D9B21-46D8-4C7D-9CBA-846918A2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4" name="text-0170">
            <a:extLst xmlns:a="http://schemas.openxmlformats.org/drawingml/2006/main">
              <a:ext uri="{FF2B5EF4-FFF2-40B4-BE49-F238E27FC236}">
                <a16:creationId xmlns:a16="http://schemas.microsoft.com/office/drawing/2014/main" id="{6F3DF3A5-A9B0-4D4A-B5FE-074A0CBB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15" name="rule-0171">
            <a:extLst xmlns:a="http://schemas.openxmlformats.org/drawingml/2006/main">
              <a:ext uri="{FF2B5EF4-FFF2-40B4-BE49-F238E27FC236}">
                <a16:creationId xmlns:a16="http://schemas.microsoft.com/office/drawing/2014/main" id="{4480B4B4-A1AB-44B3-8A15-FD07FEA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172">
            <a:extLst xmlns:a="http://schemas.openxmlformats.org/drawingml/2006/main">
              <a:ext uri="{FF2B5EF4-FFF2-40B4-BE49-F238E27FC236}">
                <a16:creationId xmlns:a16="http://schemas.microsoft.com/office/drawing/2014/main" id="{CA6E1717-35D6-4B9D-A193-6190A93B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実装・修正・Unity側の主処理</a:t>
            </a:r>
          </a:p>
        </p:txBody>
      </p:sp>
      <p:sp>
        <p:nvSpPr>
          <p:cNvPr id="17" name="text-0173">
            <a:extLst xmlns:a="http://schemas.openxmlformats.org/drawingml/2006/main">
              <a:ext uri="{FF2B5EF4-FFF2-40B4-BE49-F238E27FC236}">
                <a16:creationId xmlns:a16="http://schemas.microsoft.com/office/drawing/2014/main" id="{B01EBC54-1B8D-4019-858E-1FCCA6AF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text-0174">
            <a:extLst xmlns:a="http://schemas.openxmlformats.org/drawingml/2006/main">
              <a:ext uri="{FF2B5EF4-FFF2-40B4-BE49-F238E27FC236}">
                <a16:creationId xmlns:a16="http://schemas.microsoft.com/office/drawing/2014/main" id="{1FFB612F-2B05-40C0-A295-1397A076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MCP / API</a:t>
            </a:r>
          </a:p>
        </p:txBody>
      </p:sp>
      <p:sp>
        <p:nvSpPr>
          <p:cNvPr id="19" name="rule-0175">
            <a:extLst xmlns:a="http://schemas.openxmlformats.org/drawingml/2006/main">
              <a:ext uri="{FF2B5EF4-FFF2-40B4-BE49-F238E27FC236}">
                <a16:creationId xmlns:a16="http://schemas.microsoft.com/office/drawing/2014/main" id="{97C6CFE9-E1BF-4097-AF70-FDFF1B9F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176">
            <a:extLst xmlns:a="http://schemas.openxmlformats.org/drawingml/2006/main">
              <a:ext uri="{FF2B5EF4-FFF2-40B4-BE49-F238E27FC236}">
                <a16:creationId xmlns:a16="http://schemas.microsoft.com/office/drawing/2014/main" id="{24F439D2-8CFD-4111-8D2B-908AA80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Editor操作・外部生成・ログ取得</a:t>
            </a:r>
          </a:p>
        </p:txBody>
      </p:sp>
      <p:sp>
        <p:nvSpPr>
          <p:cNvPr id="21" name="text-0177">
            <a:extLst xmlns:a="http://schemas.openxmlformats.org/drawingml/2006/main">
              <a:ext uri="{FF2B5EF4-FFF2-40B4-BE49-F238E27FC236}">
                <a16:creationId xmlns:a16="http://schemas.microsoft.com/office/drawing/2014/main" id="{F2110C52-25BE-4574-81C2-63143828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2" name="text-0178">
            <a:extLst xmlns:a="http://schemas.openxmlformats.org/drawingml/2006/main">
              <a:ext uri="{FF2B5EF4-FFF2-40B4-BE49-F238E27FC236}">
                <a16:creationId xmlns:a16="http://schemas.microsoft.com/office/drawing/2014/main" id="{FB4AC79F-15CA-4100-B790-AA86F778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実機結果</a:t>
            </a:r>
          </a:p>
        </p:txBody>
      </p:sp>
      <p:sp>
        <p:nvSpPr>
          <p:cNvPr id="23" name="rule-0179">
            <a:extLst xmlns:a="http://schemas.openxmlformats.org/drawingml/2006/main">
              <a:ext uri="{FF2B5EF4-FFF2-40B4-BE49-F238E27FC236}">
                <a16:creationId xmlns:a16="http://schemas.microsoft.com/office/drawing/2014/main" id="{45D47465-F49D-4EEE-9460-FBE96857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180">
            <a:extLst xmlns:a="http://schemas.openxmlformats.org/drawingml/2006/main">
              <a:ext uri="{FF2B5EF4-FFF2-40B4-BE49-F238E27FC236}">
                <a16:creationId xmlns:a16="http://schemas.microsoft.com/office/drawing/2014/main" id="{6675B99D-64FC-4706-8962-80668EF7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56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画面・ビルド・プレイテスト</a:t>
            </a:r>
          </a:p>
        </p:txBody>
      </p:sp>
      <p:sp>
        <p:nvSpPr>
          <p:cNvPr id="25" name="shape-0181">
            <a:extLst xmlns:a="http://schemas.openxmlformats.org/drawingml/2006/main">
              <a:ext uri="{FF2B5EF4-FFF2-40B4-BE49-F238E27FC236}">
                <a16:creationId xmlns:a16="http://schemas.microsoft.com/office/drawing/2014/main" id="{3CAC99C3-A059-4B7A-BAC4-DFF3386C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725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82">
            <a:extLst xmlns:a="http://schemas.openxmlformats.org/drawingml/2006/main">
              <a:ext uri="{FF2B5EF4-FFF2-40B4-BE49-F238E27FC236}">
                <a16:creationId xmlns:a16="http://schemas.microsoft.com/office/drawing/2014/main" id="{B0DDC8B4-56FF-4BB8-87B7-8E41F680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AIの出力を成果とみなさない。</a:t>
            </a:r>
          </a:p>
          <a:p xmlns:a="http://schemas.openxmlformats.org/drawingml/2006/main">
            <a:pPr algn="ctr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Editor・ログ・画面・ビルドを確認してから次へ進む。</a:t>
            </a:r>
          </a:p>
        </p:txBody>
      </p:sp>
    </p:spTree>
    <p:extLst>
      <p:ext uri="{BB962C8B-B14F-4D97-AF65-F5344CB8AC3E}">
        <p14:creationId xmlns:p14="http://schemas.microsoft.com/office/powerpoint/2010/main" val="1294361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83">
            <a:extLst xmlns:a="http://schemas.openxmlformats.org/drawingml/2006/main">
              <a:ext uri="{FF2B5EF4-FFF2-40B4-BE49-F238E27FC236}">
                <a16:creationId xmlns:a16="http://schemas.microsoft.com/office/drawing/2014/main" id="{85E71024-A7AF-4957-A1D0-49425B4A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84">
            <a:extLst xmlns:a="http://schemas.openxmlformats.org/drawingml/2006/main">
              <a:ext uri="{FF2B5EF4-FFF2-40B4-BE49-F238E27FC236}">
                <a16:creationId xmlns:a16="http://schemas.microsoft.com/office/drawing/2014/main" id="{5F16C90D-628C-4D07-B90C-570637DB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MCPで、UnityとUnreal Editorを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直接つないでいる</a:t>
            </a:r>
          </a:p>
        </p:txBody>
      </p:sp>
      <p:sp>
        <p:nvSpPr>
          <p:cNvPr id="3" name="rule-0185">
            <a:extLst xmlns:a="http://schemas.openxmlformats.org/drawingml/2006/main">
              <a:ext uri="{FF2B5EF4-FFF2-40B4-BE49-F238E27FC236}">
                <a16:creationId xmlns:a16="http://schemas.microsoft.com/office/drawing/2014/main" id="{0C90E13F-63E1-4823-AC63-539EB5D7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86">
            <a:extLst xmlns:a="http://schemas.openxmlformats.org/drawingml/2006/main">
              <a:ext uri="{FF2B5EF4-FFF2-40B4-BE49-F238E27FC236}">
                <a16:creationId xmlns:a16="http://schemas.microsoft.com/office/drawing/2014/main" id="{F7CA2522-72C6-484A-8D0D-3EA0021D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87">
            <a:extLst xmlns:a="http://schemas.openxmlformats.org/drawingml/2006/main">
              <a:ext uri="{FF2B5EF4-FFF2-40B4-BE49-F238E27FC236}">
                <a16:creationId xmlns:a16="http://schemas.microsoft.com/office/drawing/2014/main" id="{3A8A3679-CE6B-4ADF-9A78-74D28D35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6" name="shape-0188">
            <a:extLst xmlns:a="http://schemas.openxmlformats.org/drawingml/2006/main">
              <a:ext uri="{FF2B5EF4-FFF2-40B4-BE49-F238E27FC236}">
                <a16:creationId xmlns:a16="http://schemas.microsoft.com/office/drawing/2014/main" id="{432B4A1B-D3C7-4C5A-B3DB-9D159E01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010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7" name="rule-0189">
            <a:extLst xmlns:a="http://schemas.openxmlformats.org/drawingml/2006/main">
              <a:ext uri="{FF2B5EF4-FFF2-40B4-BE49-F238E27FC236}">
                <a16:creationId xmlns:a16="http://schemas.microsoft.com/office/drawing/2014/main" id="{B06E524F-C4F8-456F-8FD8-99E852F9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190">
            <a:extLst xmlns:a="http://schemas.openxmlformats.org/drawingml/2006/main">
              <a:ext uri="{FF2B5EF4-FFF2-40B4-BE49-F238E27FC236}">
                <a16:creationId xmlns:a16="http://schemas.microsoft.com/office/drawing/2014/main" id="{0B5636F7-E6B9-4BE5-8DE3-9856C7C7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.claude/settings.json</a:t>
            </a:r>
          </a:p>
        </p:txBody>
      </p:sp>
      <p:sp>
        <p:nvSpPr>
          <p:cNvPr id="9" name="text-0191">
            <a:extLst xmlns:a="http://schemas.openxmlformats.org/drawingml/2006/main">
              <a:ext uri="{FF2B5EF4-FFF2-40B4-BE49-F238E27FC236}">
                <a16:creationId xmlns:a16="http://schemas.microsoft.com/office/drawing/2014/main" id="{6FFFF487-D6E2-4334-A1AD-72C2360E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47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"unityMCP":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"url": "http://localhost:8080/mcp"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shape-0192">
            <a:extLst xmlns:a="http://schemas.openxmlformats.org/drawingml/2006/main">
              <a:ext uri="{FF2B5EF4-FFF2-40B4-BE49-F238E27FC236}">
                <a16:creationId xmlns:a16="http://schemas.microsoft.com/office/drawing/2014/main" id="{8EC2AB71-AC4B-4C27-96DE-FDB1C98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28800"/>
            <a:ext cx="541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11" name="rule-0193">
            <a:extLst xmlns:a="http://schemas.openxmlformats.org/drawingml/2006/main">
              <a:ext uri="{FF2B5EF4-FFF2-40B4-BE49-F238E27FC236}">
                <a16:creationId xmlns:a16="http://schemas.microsoft.com/office/drawing/2014/main" id="{A7696B41-A655-4377-9786-F0009617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288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94">
            <a:extLst xmlns:a="http://schemas.openxmlformats.org/drawingml/2006/main">
              <a:ext uri="{FF2B5EF4-FFF2-40B4-BE49-F238E27FC236}">
                <a16:creationId xmlns:a16="http://schemas.microsoft.com/office/drawing/2014/main" id="{6918232A-5AA8-4EB0-8661-609FCF9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Unreal/ChaosDraftPartyUE/.mcp.json</a:t>
            </a:r>
          </a:p>
        </p:txBody>
      </p:sp>
      <p:sp>
        <p:nvSpPr>
          <p:cNvPr id="13" name="text-0195">
            <a:extLst xmlns:a="http://schemas.openxmlformats.org/drawingml/2006/main">
              <a:ext uri="{FF2B5EF4-FFF2-40B4-BE49-F238E27FC236}">
                <a16:creationId xmlns:a16="http://schemas.microsoft.com/office/drawing/2014/main" id="{20AB0E33-079E-4037-9351-611A6103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876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"unreal-mcp":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"type": "http",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"url": "http://127.0.0.1:8000/mcp"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-0196">
            <a:extLst xmlns:a="http://schemas.openxmlformats.org/drawingml/2006/main">
              <a:ext uri="{FF2B5EF4-FFF2-40B4-BE49-F238E27FC236}">
                <a16:creationId xmlns:a16="http://schemas.microsoft.com/office/drawing/2014/main" id="{C845A67C-6108-4F65-87DB-DE7D2A9C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Editorに有効化したもの</a:t>
            </a:r>
          </a:p>
        </p:txBody>
      </p:sp>
      <p:sp>
        <p:nvSpPr>
          <p:cNvPr id="15" name="text-0197">
            <a:extLst xmlns:a="http://schemas.openxmlformats.org/drawingml/2006/main">
              <a:ext uri="{FF2B5EF4-FFF2-40B4-BE49-F238E27FC236}">
                <a16:creationId xmlns:a16="http://schemas.microsoft.com/office/drawing/2014/main" id="{6B652BBB-64C7-4EFF-A62F-063F8091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ModelContextProtocol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MCPClientToolset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AllToolsets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PythonScriptPlugin</a:t>
            </a:r>
          </a:p>
        </p:txBody>
      </p:sp>
      <p:sp>
        <p:nvSpPr>
          <p:cNvPr id="16" name="rule-0198">
            <a:extLst xmlns:a="http://schemas.openxmlformats.org/drawingml/2006/main">
              <a:ext uri="{FF2B5EF4-FFF2-40B4-BE49-F238E27FC236}">
                <a16:creationId xmlns:a16="http://schemas.microsoft.com/office/drawing/2014/main" id="{19973668-DEC6-4C64-9262-B5B4D720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9575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199">
            <a:extLst xmlns:a="http://schemas.openxmlformats.org/drawingml/2006/main">
              <a:ext uri="{FF2B5EF4-FFF2-40B4-BE49-F238E27FC236}">
                <a16:creationId xmlns:a16="http://schemas.microsoft.com/office/drawing/2014/main" id="{CB8F0CF6-1E1B-4094-92BA-9DC111A3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できること</a:t>
            </a:r>
          </a:p>
        </p:txBody>
      </p:sp>
      <p:sp>
        <p:nvSpPr>
          <p:cNvPr id="18" name="shape-0200">
            <a:extLst xmlns:a="http://schemas.openxmlformats.org/drawingml/2006/main">
              <a:ext uri="{FF2B5EF4-FFF2-40B4-BE49-F238E27FC236}">
                <a16:creationId xmlns:a16="http://schemas.microsoft.com/office/drawing/2014/main" id="{080AA46A-429F-49A3-8F54-9CFFF67D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01">
            <a:extLst xmlns:a="http://schemas.openxmlformats.org/drawingml/2006/main">
              <a:ext uri="{FF2B5EF4-FFF2-40B4-BE49-F238E27FC236}">
                <a16:creationId xmlns:a16="http://schemas.microsoft.com/office/drawing/2014/main" id="{53477BF9-ACD2-4174-BE9B-8C130C98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4820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Actor・Asset・設定をEditor上で操作</a:t>
            </a:r>
          </a:p>
        </p:txBody>
      </p:sp>
      <p:sp>
        <p:nvSpPr>
          <p:cNvPr id="20" name="shape-0202">
            <a:extLst xmlns:a="http://schemas.openxmlformats.org/drawingml/2006/main">
              <a:ext uri="{FF2B5EF4-FFF2-40B4-BE49-F238E27FC236}">
                <a16:creationId xmlns:a16="http://schemas.microsoft.com/office/drawing/2014/main" id="{AA664624-AEA9-4CC8-ACE6-82B3DE62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2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203">
            <a:extLst xmlns:a="http://schemas.openxmlformats.org/drawingml/2006/main">
              <a:ext uri="{FF2B5EF4-FFF2-40B4-BE49-F238E27FC236}">
                <a16:creationId xmlns:a16="http://schemas.microsoft.com/office/drawing/2014/main" id="{ABE1CBD1-AE4E-48E1-906A-C6BDEEDD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2445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状態・ログ・画面を取得して実測</a:t>
            </a:r>
          </a:p>
        </p:txBody>
      </p:sp>
      <p:sp>
        <p:nvSpPr>
          <p:cNvPr id="22" name="shape-0204">
            <a:extLst xmlns:a="http://schemas.openxmlformats.org/drawingml/2006/main">
              <a:ext uri="{FF2B5EF4-FFF2-40B4-BE49-F238E27FC236}">
                <a16:creationId xmlns:a16="http://schemas.microsoft.com/office/drawing/2014/main" id="{C27D1893-607A-4453-A6BD-44EBBA59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0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205">
            <a:extLst xmlns:a="http://schemas.openxmlformats.org/drawingml/2006/main">
              <a:ext uri="{FF2B5EF4-FFF2-40B4-BE49-F238E27FC236}">
                <a16:creationId xmlns:a16="http://schemas.microsoft.com/office/drawing/2014/main" id="{3722811A-7E90-45CB-8DD2-0A9BCEDC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0070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同じ接続先を設定ファイルで共有</a:t>
            </a:r>
          </a:p>
        </p:txBody>
      </p:sp>
    </p:spTree>
    <p:extLst>
      <p:ext uri="{BB962C8B-B14F-4D97-AF65-F5344CB8AC3E}">
        <p14:creationId xmlns:p14="http://schemas.microsoft.com/office/powerpoint/2010/main" val="18048792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06">
            <a:extLst xmlns:a="http://schemas.openxmlformats.org/drawingml/2006/main">
              <a:ext uri="{FF2B5EF4-FFF2-40B4-BE49-F238E27FC236}">
                <a16:creationId xmlns:a16="http://schemas.microsoft.com/office/drawing/2014/main" id="{9852718D-7BF3-4BD0-BF74-ACC515A4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07">
            <a:extLst xmlns:a="http://schemas.openxmlformats.org/drawingml/2006/main">
              <a:ext uri="{FF2B5EF4-FFF2-40B4-BE49-F238E27FC236}">
                <a16:creationId xmlns:a16="http://schemas.microsoft.com/office/drawing/2014/main" id="{B67EC394-138E-425C-9BB9-26733EA1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24のAgent定義で、調査・実装・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修正・検証を分ける</a:t>
            </a:r>
          </a:p>
        </p:txBody>
      </p:sp>
      <p:sp>
        <p:nvSpPr>
          <p:cNvPr id="3" name="rule-0208">
            <a:extLst xmlns:a="http://schemas.openxmlformats.org/drawingml/2006/main">
              <a:ext uri="{FF2B5EF4-FFF2-40B4-BE49-F238E27FC236}">
                <a16:creationId xmlns:a16="http://schemas.microsoft.com/office/drawing/2014/main" id="{15B4AE07-EF87-4202-B816-96192BA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09">
            <a:extLst xmlns:a="http://schemas.openxmlformats.org/drawingml/2006/main">
              <a:ext uri="{FF2B5EF4-FFF2-40B4-BE49-F238E27FC236}">
                <a16:creationId xmlns:a16="http://schemas.microsoft.com/office/drawing/2014/main" id="{2AA8ECD1-3B23-4992-A669-9CD923CD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10">
            <a:extLst xmlns:a="http://schemas.openxmlformats.org/drawingml/2006/main">
              <a:ext uri="{FF2B5EF4-FFF2-40B4-BE49-F238E27FC236}">
                <a16:creationId xmlns:a16="http://schemas.microsoft.com/office/drawing/2014/main" id="{561F1334-352B-4202-8BE1-F11E7873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6" name="text-0211">
            <a:extLst xmlns:a="http://schemas.openxmlformats.org/drawingml/2006/main">
              <a:ext uri="{FF2B5EF4-FFF2-40B4-BE49-F238E27FC236}">
                <a16:creationId xmlns:a16="http://schemas.microsoft.com/office/drawing/2014/main" id="{7E96D130-6313-4D69-BF53-6F72ABFB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text-0212">
            <a:extLst xmlns:a="http://schemas.openxmlformats.org/drawingml/2006/main">
              <a:ext uri="{FF2B5EF4-FFF2-40B4-BE49-F238E27FC236}">
                <a16:creationId xmlns:a16="http://schemas.microsoft.com/office/drawing/2014/main" id="{12AC9A8E-EAEE-49A4-9834-571221E6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役割定義</a:t>
            </a:r>
          </a:p>
        </p:txBody>
      </p:sp>
      <p:sp>
        <p:nvSpPr>
          <p:cNvPr id="8" name="text-0213">
            <a:extLst xmlns:a="http://schemas.openxmlformats.org/drawingml/2006/main">
              <a:ext uri="{FF2B5EF4-FFF2-40B4-BE49-F238E27FC236}">
                <a16:creationId xmlns:a16="http://schemas.microsoft.com/office/drawing/2014/main" id="{3E1D584F-F1F6-47DA-98FA-19D0911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必要な場面で個別に起動。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役割を分け、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一つの会話に集中させない。</a:t>
            </a:r>
          </a:p>
        </p:txBody>
      </p:sp>
      <p:sp>
        <p:nvSpPr>
          <p:cNvPr id="9" name="rule-0214">
            <a:extLst xmlns:a="http://schemas.openxmlformats.org/drawingml/2006/main">
              <a:ext uri="{FF2B5EF4-FFF2-40B4-BE49-F238E27FC236}">
                <a16:creationId xmlns:a16="http://schemas.microsoft.com/office/drawing/2014/main" id="{22F1919B-D4EE-454E-B663-1CF29AD0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15">
            <a:extLst xmlns:a="http://schemas.openxmlformats.org/drawingml/2006/main">
              <a:ext uri="{FF2B5EF4-FFF2-40B4-BE49-F238E27FC236}">
                <a16:creationId xmlns:a16="http://schemas.microsoft.com/office/drawing/2014/main" id="{8512B552-1C22-4924-9AFC-D9A3B26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調べる</a:t>
            </a:r>
          </a:p>
        </p:txBody>
      </p:sp>
      <p:sp>
        <p:nvSpPr>
          <p:cNvPr id="11" name="text-0216">
            <a:extLst xmlns:a="http://schemas.openxmlformats.org/drawingml/2006/main">
              <a:ext uri="{FF2B5EF4-FFF2-40B4-BE49-F238E27FC236}">
                <a16:creationId xmlns:a16="http://schemas.microsoft.com/office/drawing/2014/main" id="{7904EE8E-45B8-420C-8620-77A25AC9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050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unity-scout / unity-critic</a:t>
            </a:r>
          </a:p>
        </p:txBody>
      </p:sp>
      <p:sp>
        <p:nvSpPr>
          <p:cNvPr id="12" name="rule-0217">
            <a:extLst xmlns:a="http://schemas.openxmlformats.org/drawingml/2006/main">
              <a:ext uri="{FF2B5EF4-FFF2-40B4-BE49-F238E27FC236}">
                <a16:creationId xmlns:a16="http://schemas.microsoft.com/office/drawing/2014/main" id="{B656AC63-AE20-46CD-9E0A-D42F198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18">
            <a:extLst xmlns:a="http://schemas.openxmlformats.org/drawingml/2006/main">
              <a:ext uri="{FF2B5EF4-FFF2-40B4-BE49-F238E27FC236}">
                <a16:creationId xmlns:a16="http://schemas.microsoft.com/office/drawing/2014/main" id="{3533BF3C-F8D7-4F70-8F34-626A4FD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作る</a:t>
            </a:r>
          </a:p>
        </p:txBody>
      </p:sp>
      <p:sp>
        <p:nvSpPr>
          <p:cNvPr id="14" name="text-0219">
            <a:extLst xmlns:a="http://schemas.openxmlformats.org/drawingml/2006/main">
              <a:ext uri="{FF2B5EF4-FFF2-40B4-BE49-F238E27FC236}">
                <a16:creationId xmlns:a16="http://schemas.microsoft.com/office/drawing/2014/main" id="{00073FCA-7D65-425D-847C-884F24D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8605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unity-coder / scene-builder / shader-dev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network-dev / ui-builder / prototyper</a:t>
            </a:r>
          </a:p>
        </p:txBody>
      </p:sp>
      <p:sp>
        <p:nvSpPr>
          <p:cNvPr id="15" name="rule-0220">
            <a:extLst xmlns:a="http://schemas.openxmlformats.org/drawingml/2006/main">
              <a:ext uri="{FF2B5EF4-FFF2-40B4-BE49-F238E27FC236}">
                <a16:creationId xmlns:a16="http://schemas.microsoft.com/office/drawing/2014/main" id="{F8480B5A-23BE-4D87-999B-21F5213C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623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21">
            <a:extLst xmlns:a="http://schemas.openxmlformats.org/drawingml/2006/main">
              <a:ext uri="{FF2B5EF4-FFF2-40B4-BE49-F238E27FC236}">
                <a16:creationId xmlns:a16="http://schemas.microsoft.com/office/drawing/2014/main" id="{6D23F773-8175-41ED-BAED-D22C0EA3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481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直す</a:t>
            </a:r>
          </a:p>
        </p:txBody>
      </p:sp>
      <p:sp>
        <p:nvSpPr>
          <p:cNvPr id="17" name="text-0222">
            <a:extLst xmlns:a="http://schemas.openxmlformats.org/drawingml/2006/main">
              <a:ext uri="{FF2B5EF4-FFF2-40B4-BE49-F238E27FC236}">
                <a16:creationId xmlns:a16="http://schemas.microsoft.com/office/drawing/2014/main" id="{ED1F6483-364F-47B6-8ED8-4483543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671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error-triager / fixer / code-reviser</a:t>
            </a:r>
          </a:p>
        </p:txBody>
      </p:sp>
      <p:sp>
        <p:nvSpPr>
          <p:cNvPr id="18" name="rule-0223">
            <a:extLst xmlns:a="http://schemas.openxmlformats.org/drawingml/2006/main">
              <a:ext uri="{FF2B5EF4-FFF2-40B4-BE49-F238E27FC236}">
                <a16:creationId xmlns:a16="http://schemas.microsoft.com/office/drawing/2014/main" id="{856ADF2B-80D0-40BD-9A6B-0F1D7D5A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24">
            <a:extLst xmlns:a="http://schemas.openxmlformats.org/drawingml/2006/main">
              <a:ext uri="{FF2B5EF4-FFF2-40B4-BE49-F238E27FC236}">
                <a16:creationId xmlns:a16="http://schemas.microsoft.com/office/drawing/2014/main" id="{79AE6319-C34F-4AAA-A501-5440F1AA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48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確かめる</a:t>
            </a:r>
          </a:p>
        </p:txBody>
      </p:sp>
      <p:sp>
        <p:nvSpPr>
          <p:cNvPr id="20" name="text-0225">
            <a:extLst xmlns:a="http://schemas.openxmlformats.org/drawingml/2006/main">
              <a:ext uri="{FF2B5EF4-FFF2-40B4-BE49-F238E27FC236}">
                <a16:creationId xmlns:a16="http://schemas.microsoft.com/office/drawing/2014/main" id="{C028A04A-1065-40A3-8635-0EFE229F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4820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reviewer / verifier / test-runner / linter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security-reviewer / optimizer / build-runner</a:t>
            </a:r>
          </a:p>
        </p:txBody>
      </p:sp>
      <p:sp>
        <p:nvSpPr>
          <p:cNvPr id="21" name="text-0226">
            <a:extLst xmlns:a="http://schemas.openxmlformats.org/drawingml/2006/main">
              <a:ext uri="{FF2B5EF4-FFF2-40B4-BE49-F238E27FC236}">
                <a16:creationId xmlns:a16="http://schemas.microsoft.com/office/drawing/2014/main" id="{5CC5674D-DD1E-4C1B-9B47-E75E0F16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674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実測: .claude/agents 配下のMarkdown定義 24件</a:t>
            </a:r>
          </a:p>
        </p:txBody>
      </p:sp>
    </p:spTree>
    <p:extLst>
      <p:ext uri="{BB962C8B-B14F-4D97-AF65-F5344CB8AC3E}">
        <p14:creationId xmlns:p14="http://schemas.microsoft.com/office/powerpoint/2010/main" val="13110304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27">
            <a:extLst xmlns:a="http://schemas.openxmlformats.org/drawingml/2006/main">
              <a:ext uri="{FF2B5EF4-FFF2-40B4-BE49-F238E27FC236}">
                <a16:creationId xmlns:a16="http://schemas.microsoft.com/office/drawing/2014/main" id="{0A79FF39-7885-4EF7-B309-95B5D527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28">
            <a:extLst xmlns:a="http://schemas.openxmlformats.org/drawingml/2006/main">
              <a:ext uri="{FF2B5EF4-FFF2-40B4-BE49-F238E27FC236}">
                <a16:creationId xmlns:a16="http://schemas.microsoft.com/office/drawing/2014/main" id="{E733B3C8-90E5-4A12-9A80-2EC561D6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51種のSkillに、手順と失敗を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再利用できる形で残す</a:t>
            </a:r>
          </a:p>
        </p:txBody>
      </p:sp>
      <p:sp>
        <p:nvSpPr>
          <p:cNvPr id="3" name="rule-0229">
            <a:extLst xmlns:a="http://schemas.openxmlformats.org/drawingml/2006/main">
              <a:ext uri="{FF2B5EF4-FFF2-40B4-BE49-F238E27FC236}">
                <a16:creationId xmlns:a16="http://schemas.microsoft.com/office/drawing/2014/main" id="{FAD8D607-720B-4879-826B-DB94A0B6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30">
            <a:extLst xmlns:a="http://schemas.openxmlformats.org/drawingml/2006/main">
              <a:ext uri="{FF2B5EF4-FFF2-40B4-BE49-F238E27FC236}">
                <a16:creationId xmlns:a16="http://schemas.microsoft.com/office/drawing/2014/main" id="{C5A8C37C-9B10-43E1-8AB2-91A0CE13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31">
            <a:extLst xmlns:a="http://schemas.openxmlformats.org/drawingml/2006/main">
              <a:ext uri="{FF2B5EF4-FFF2-40B4-BE49-F238E27FC236}">
                <a16:creationId xmlns:a16="http://schemas.microsoft.com/office/drawing/2014/main" id="{2A8CDDF0-F461-4EBA-B403-862CF592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6" name="text-0232">
            <a:extLst xmlns:a="http://schemas.openxmlformats.org/drawingml/2006/main">
              <a:ext uri="{FF2B5EF4-FFF2-40B4-BE49-F238E27FC236}">
                <a16:creationId xmlns:a16="http://schemas.microsoft.com/office/drawing/2014/main" id="{23069E5F-582F-4227-8B46-2F52F62C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text-0233">
            <a:extLst xmlns:a="http://schemas.openxmlformats.org/drawingml/2006/main">
              <a:ext uri="{FF2B5EF4-FFF2-40B4-BE49-F238E27FC236}">
                <a16:creationId xmlns:a16="http://schemas.microsoft.com/office/drawing/2014/main" id="{E0F22C9F-F97E-48B1-9C1F-43147F80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Skillの種類</a:t>
            </a:r>
          </a:p>
        </p:txBody>
      </p:sp>
      <p:sp>
        <p:nvSpPr>
          <p:cNvPr id="8" name="text-0234">
            <a:extLst xmlns:a="http://schemas.openxmlformats.org/drawingml/2006/main">
              <a:ext uri="{FF2B5EF4-FFF2-40B4-BE49-F238E27FC236}">
                <a16:creationId xmlns:a16="http://schemas.microsoft.com/office/drawing/2014/main" id="{48F107FF-8367-453A-8B5D-963C74E3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二つのAI環境へ展開し、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同じ判断基準を読み込ませる。</a:t>
            </a:r>
          </a:p>
        </p:txBody>
      </p:sp>
      <p:sp>
        <p:nvSpPr>
          <p:cNvPr id="9" name="rule-0235">
            <a:extLst xmlns:a="http://schemas.openxmlformats.org/drawingml/2006/main">
              <a:ext uri="{FF2B5EF4-FFF2-40B4-BE49-F238E27FC236}">
                <a16:creationId xmlns:a16="http://schemas.microsoft.com/office/drawing/2014/main" id="{26B59958-16BF-4F37-A1F7-12444F4F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36">
            <a:extLst xmlns:a="http://schemas.openxmlformats.org/drawingml/2006/main">
              <a:ext uri="{FF2B5EF4-FFF2-40B4-BE49-F238E27FC236}">
                <a16:creationId xmlns:a16="http://schemas.microsoft.com/office/drawing/2014/main" id="{623DFE6B-7191-42EF-9465-62905D59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character-controller</a:t>
            </a:r>
          </a:p>
        </p:txBody>
      </p:sp>
      <p:sp>
        <p:nvSpPr>
          <p:cNvPr id="11" name="text-0237">
            <a:extLst xmlns:a="http://schemas.openxmlformats.org/drawingml/2006/main">
              <a:ext uri="{FF2B5EF4-FFF2-40B4-BE49-F238E27FC236}">
                <a16:creationId xmlns:a16="http://schemas.microsoft.com/office/drawing/2014/main" id="{468C9B99-20A1-419A-B99D-141B5518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コヨーテタイム、入力バッファ、ジャンプカット</a:t>
            </a:r>
          </a:p>
        </p:txBody>
      </p:sp>
      <p:sp>
        <p:nvSpPr>
          <p:cNvPr id="12" name="rule-0238">
            <a:extLst xmlns:a="http://schemas.openxmlformats.org/drawingml/2006/main">
              <a:ext uri="{FF2B5EF4-FFF2-40B4-BE49-F238E27FC236}">
                <a16:creationId xmlns:a16="http://schemas.microsoft.com/office/drawing/2014/main" id="{D3ABD8D4-A7F6-4E40-B040-E1461390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39">
            <a:extLst xmlns:a="http://schemas.openxmlformats.org/drawingml/2006/main">
              <a:ext uri="{FF2B5EF4-FFF2-40B4-BE49-F238E27FC236}">
                <a16:creationId xmlns:a16="http://schemas.microsoft.com/office/drawing/2014/main" id="{BAE05BA2-6D00-4510-BA19-08CDA48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unity-mcp-patterns</a:t>
            </a:r>
          </a:p>
        </p:txBody>
      </p:sp>
      <p:sp>
        <p:nvSpPr>
          <p:cNvPr id="14" name="text-0240">
            <a:extLst xmlns:a="http://schemas.openxmlformats.org/drawingml/2006/main">
              <a:ext uri="{FF2B5EF4-FFF2-40B4-BE49-F238E27FC236}">
                <a16:creationId xmlns:a16="http://schemas.microsoft.com/office/drawing/2014/main" id="{DAEC665A-932D-4985-9698-391716D5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Editor操作の分割、batch、ログ確認、失敗時の復旧</a:t>
            </a:r>
          </a:p>
        </p:txBody>
      </p:sp>
      <p:sp>
        <p:nvSpPr>
          <p:cNvPr id="15" name="rule-0241">
            <a:extLst xmlns:a="http://schemas.openxmlformats.org/drawingml/2006/main">
              <a:ext uri="{FF2B5EF4-FFF2-40B4-BE49-F238E27FC236}">
                <a16:creationId xmlns:a16="http://schemas.microsoft.com/office/drawing/2014/main" id="{97C347F1-FB0D-45F5-982C-1DBCD53C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42">
            <a:extLst xmlns:a="http://schemas.openxmlformats.org/drawingml/2006/main">
              <a:ext uri="{FF2B5EF4-FFF2-40B4-BE49-F238E27FC236}">
                <a16:creationId xmlns:a16="http://schemas.microsoft.com/office/drawing/2014/main" id="{45CD6522-F8C2-4FB8-B3B6-C74D993F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353D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E6353D"/>
                </a:solidFill>
                <a:latin typeface="Consolas"/>
                <a:ea typeface="Consolas"/>
                <a:cs typeface="Consolas"/>
              </a:rPr>
              <a:t>meshy-unity-workflow</a:t>
            </a:r>
          </a:p>
        </p:txBody>
      </p:sp>
      <p:sp>
        <p:nvSpPr>
          <p:cNvPr id="17" name="text-0243">
            <a:extLst xmlns:a="http://schemas.openxmlformats.org/drawingml/2006/main">
              <a:ext uri="{FF2B5EF4-FFF2-40B4-BE49-F238E27FC236}">
                <a16:creationId xmlns:a16="http://schemas.microsoft.com/office/drawing/2014/main" id="{5C1992D0-4F96-4FAF-9461-53325689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0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APIキー、credit、3D生成、URP変換、権利ルール</a:t>
            </a:r>
          </a:p>
        </p:txBody>
      </p:sp>
      <p:sp>
        <p:nvSpPr>
          <p:cNvPr id="18" name="rule-0244">
            <a:extLst xmlns:a="http://schemas.openxmlformats.org/drawingml/2006/main">
              <a:ext uri="{FF2B5EF4-FFF2-40B4-BE49-F238E27FC236}">
                <a16:creationId xmlns:a16="http://schemas.microsoft.com/office/drawing/2014/main" id="{D0B4A37D-7DDA-4207-8761-09D131E6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387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45">
            <a:extLst xmlns:a="http://schemas.openxmlformats.org/drawingml/2006/main">
              <a:ext uri="{FF2B5EF4-FFF2-40B4-BE49-F238E27FC236}">
                <a16:creationId xmlns:a16="http://schemas.microsoft.com/office/drawing/2014/main" id="{E6A5A9F8-0798-4EF2-95D8-C397162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CC3D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84CC3D"/>
                </a:solidFill>
                <a:latin typeface="Consolas"/>
                <a:ea typeface="Consolas"/>
                <a:cs typeface="Consolas"/>
              </a:rPr>
              <a:t>chaosdraftparty-gotchas</a:t>
            </a:r>
          </a:p>
        </p:txBody>
      </p:sp>
      <p:sp>
        <p:nvSpPr>
          <p:cNvPr id="20" name="text-0246">
            <a:extLst xmlns:a="http://schemas.openxmlformats.org/drawingml/2006/main">
              <a:ext uri="{FF2B5EF4-FFF2-40B4-BE49-F238E27FC236}">
                <a16:creationId xmlns:a16="http://schemas.microsoft.com/office/drawing/2014/main" id="{89ECF2DA-CDDC-4705-915F-036F9615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29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この作品で実際に起きた罠と、その確認方法</a:t>
            </a:r>
          </a:p>
        </p:txBody>
      </p:sp>
    </p:spTree>
    <p:extLst>
      <p:ext uri="{BB962C8B-B14F-4D97-AF65-F5344CB8AC3E}">
        <p14:creationId xmlns:p14="http://schemas.microsoft.com/office/powerpoint/2010/main" val="1537611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47">
            <a:extLst xmlns:a="http://schemas.openxmlformats.org/drawingml/2006/main">
              <a:ext uri="{FF2B5EF4-FFF2-40B4-BE49-F238E27FC236}">
                <a16:creationId xmlns:a16="http://schemas.microsoft.com/office/drawing/2014/main" id="{67056990-8DB8-44FF-AF83-B69388CB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48">
            <a:extLst xmlns:a="http://schemas.openxmlformats.org/drawingml/2006/main">
              <a:ext uri="{FF2B5EF4-FFF2-40B4-BE49-F238E27FC236}">
                <a16:creationId xmlns:a16="http://schemas.microsoft.com/office/drawing/2014/main" id="{001DC82E-8178-4376-BD37-F90887D3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26種のHookが、破壊的変更と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記憶の断絶を防ぐ</a:t>
            </a:r>
          </a:p>
        </p:txBody>
      </p:sp>
      <p:sp>
        <p:nvSpPr>
          <p:cNvPr id="3" name="rule-0249">
            <a:extLst xmlns:a="http://schemas.openxmlformats.org/drawingml/2006/main">
              <a:ext uri="{FF2B5EF4-FFF2-40B4-BE49-F238E27FC236}">
                <a16:creationId xmlns:a16="http://schemas.microsoft.com/office/drawing/2014/main" id="{C0BD7EEF-D783-44FB-9EAF-D4DD189E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50">
            <a:extLst xmlns:a="http://schemas.openxmlformats.org/drawingml/2006/main">
              <a:ext uri="{FF2B5EF4-FFF2-40B4-BE49-F238E27FC236}">
                <a16:creationId xmlns:a16="http://schemas.microsoft.com/office/drawing/2014/main" id="{4E3E45EE-7A2F-4666-8665-6AE09D2C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51">
            <a:extLst xmlns:a="http://schemas.openxmlformats.org/drawingml/2006/main">
              <a:ext uri="{FF2B5EF4-FFF2-40B4-BE49-F238E27FC236}">
                <a16:creationId xmlns:a16="http://schemas.microsoft.com/office/drawing/2014/main" id="{ED1B7A5F-516D-4B40-A56F-03708981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6" name="text-0252">
            <a:extLst xmlns:a="http://schemas.openxmlformats.org/drawingml/2006/main">
              <a:ext uri="{FF2B5EF4-FFF2-40B4-BE49-F238E27FC236}">
                <a16:creationId xmlns:a16="http://schemas.microsoft.com/office/drawing/2014/main" id="{7C9FA792-7590-4D0D-9D81-13E440C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text-0253">
            <a:extLst xmlns:a="http://schemas.openxmlformats.org/drawingml/2006/main">
              <a:ext uri="{FF2B5EF4-FFF2-40B4-BE49-F238E27FC236}">
                <a16:creationId xmlns:a16="http://schemas.microsoft.com/office/drawing/2014/main" id="{304F6272-2768-40D8-A69A-8BA7ED30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Hookの種類</a:t>
            </a:r>
          </a:p>
        </p:txBody>
      </p:sp>
      <p:sp>
        <p:nvSpPr>
          <p:cNvPr id="8" name="text-0254">
            <a:extLst xmlns:a="http://schemas.openxmlformats.org/drawingml/2006/main">
              <a:ext uri="{FF2B5EF4-FFF2-40B4-BE49-F238E27FC236}">
                <a16:creationId xmlns:a16="http://schemas.microsoft.com/office/drawing/2014/main" id="{7EB7E214-5033-4F08-9227-FA4BF763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CodexとClaudeの両側に配置。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開始前・実行後・終了時に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同じ安全確認を行う。</a:t>
            </a:r>
          </a:p>
        </p:txBody>
      </p:sp>
      <p:sp>
        <p:nvSpPr>
          <p:cNvPr id="9" name="rule-0255">
            <a:extLst xmlns:a="http://schemas.openxmlformats.org/drawingml/2006/main">
              <a:ext uri="{FF2B5EF4-FFF2-40B4-BE49-F238E27FC236}">
                <a16:creationId xmlns:a16="http://schemas.microsoft.com/office/drawing/2014/main" id="{FA973616-6FF9-4F3A-B5C9-ED4A20CF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56">
            <a:extLst xmlns:a="http://schemas.openxmlformats.org/drawingml/2006/main">
              <a:ext uri="{FF2B5EF4-FFF2-40B4-BE49-F238E27FC236}">
                <a16:creationId xmlns:a16="http://schemas.microsoft.com/office/drawing/2014/main" id="{E16CC6CA-77AD-4864-A685-B1A1E8C7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実行前</a:t>
            </a:r>
          </a:p>
        </p:txBody>
      </p:sp>
      <p:sp>
        <p:nvSpPr>
          <p:cNvPr id="11" name="text-0257">
            <a:extLst xmlns:a="http://schemas.openxmlformats.org/drawingml/2006/main">
              <a:ext uri="{FF2B5EF4-FFF2-40B4-BE49-F238E27FC236}">
                <a16:creationId xmlns:a16="http://schemas.microsoft.com/office/drawing/2014/main" id="{618DF038-AC62-4C7C-AADF-875D027C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block-scene-edit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guard-project-config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bash-gate</a:t>
            </a:r>
          </a:p>
        </p:txBody>
      </p:sp>
      <p:sp>
        <p:nvSpPr>
          <p:cNvPr id="12" name="rule-0258">
            <a:extLst xmlns:a="http://schemas.openxmlformats.org/drawingml/2006/main">
              <a:ext uri="{FF2B5EF4-FFF2-40B4-BE49-F238E27FC236}">
                <a16:creationId xmlns:a16="http://schemas.microsoft.com/office/drawing/2014/main" id="{ED9FA8B0-9E24-4FA9-B752-099B75A8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59">
            <a:extLst xmlns:a="http://schemas.openxmlformats.org/drawingml/2006/main">
              <a:ext uri="{FF2B5EF4-FFF2-40B4-BE49-F238E27FC236}">
                <a16:creationId xmlns:a16="http://schemas.microsoft.com/office/drawing/2014/main" id="{CFC37B5D-8985-4943-97A8-82AB793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実行後</a:t>
            </a:r>
          </a:p>
        </p:txBody>
      </p:sp>
      <p:sp>
        <p:nvSpPr>
          <p:cNvPr id="14" name="text-0260">
            <a:extLst xmlns:a="http://schemas.openxmlformats.org/drawingml/2006/main">
              <a:ext uri="{FF2B5EF4-FFF2-40B4-BE49-F238E27FC236}">
                <a16:creationId xmlns:a16="http://schemas.microsoft.com/office/drawing/2014/main" id="{420E8CB7-1ECC-4A35-9D28-39943E47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warn-serialization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quality-gate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track-edits / suggest-verify</a:t>
            </a:r>
          </a:p>
        </p:txBody>
      </p:sp>
      <p:sp>
        <p:nvSpPr>
          <p:cNvPr id="15" name="rule-0261">
            <a:extLst xmlns:a="http://schemas.openxmlformats.org/drawingml/2006/main">
              <a:ext uri="{FF2B5EF4-FFF2-40B4-BE49-F238E27FC236}">
                <a16:creationId xmlns:a16="http://schemas.microsoft.com/office/drawing/2014/main" id="{8C0CA7E3-A550-4635-A3EB-63A97F82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62">
            <a:extLst xmlns:a="http://schemas.openxmlformats.org/drawingml/2006/main">
              <a:ext uri="{FF2B5EF4-FFF2-40B4-BE49-F238E27FC236}">
                <a16:creationId xmlns:a16="http://schemas.microsoft.com/office/drawing/2014/main" id="{99D747B6-D72C-4F9B-88FA-5B138BB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29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セッション</a:t>
            </a:r>
          </a:p>
        </p:txBody>
      </p:sp>
      <p:sp>
        <p:nvSpPr>
          <p:cNvPr id="17" name="text-0263">
            <a:extLst xmlns:a="http://schemas.openxmlformats.org/drawingml/2006/main">
              <a:ext uri="{FF2B5EF4-FFF2-40B4-BE49-F238E27FC236}">
                <a16:creationId xmlns:a16="http://schemas.microsoft.com/office/drawing/2014/main" id="{166D8068-DBB4-4840-A882-981BAF18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session-restore / session-save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auto-learn / instinct-distill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stop-validate / notify</a:t>
            </a:r>
          </a:p>
        </p:txBody>
      </p:sp>
      <p:sp>
        <p:nvSpPr>
          <p:cNvPr id="18" name="shape-0264">
            <a:extLst xmlns:a="http://schemas.openxmlformats.org/drawingml/2006/main">
              <a:ext uri="{FF2B5EF4-FFF2-40B4-BE49-F238E27FC236}">
                <a16:creationId xmlns:a16="http://schemas.microsoft.com/office/drawing/2014/main" id="{A8B03954-A79A-4E58-B59C-DF1D46B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674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65">
            <a:extLst xmlns:a="http://schemas.openxmlformats.org/drawingml/2006/main">
              <a:ext uri="{FF2B5EF4-FFF2-40B4-BE49-F238E27FC236}">
                <a16:creationId xmlns:a16="http://schemas.microsoft.com/office/drawing/2014/main" id="{C3A3333A-9C25-4840-BBEF-6F7E70B2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91150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危険な操作を止め、作業履歴を残し、次の起動で復元する。</a:t>
            </a:r>
          </a:p>
        </p:txBody>
      </p:sp>
    </p:spTree>
    <p:extLst>
      <p:ext uri="{BB962C8B-B14F-4D97-AF65-F5344CB8AC3E}">
        <p14:creationId xmlns:p14="http://schemas.microsoft.com/office/powerpoint/2010/main" val="18137247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66">
            <a:extLst xmlns:a="http://schemas.openxmlformats.org/drawingml/2006/main">
              <a:ext uri="{FF2B5EF4-FFF2-40B4-BE49-F238E27FC236}">
                <a16:creationId xmlns:a16="http://schemas.microsoft.com/office/drawing/2014/main" id="{6A082287-3483-450E-A4FD-28271C34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67">
            <a:extLst xmlns:a="http://schemas.openxmlformats.org/drawingml/2006/main">
              <a:ext uri="{FF2B5EF4-FFF2-40B4-BE49-F238E27FC236}">
                <a16:creationId xmlns:a16="http://schemas.microsoft.com/office/drawing/2014/main" id="{C469D1C6-356F-4B9D-A9D4-68C1CEC8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APIとBridgeで、外部生成と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Claudeの継続対話を工程に入れる</a:t>
            </a:r>
          </a:p>
        </p:txBody>
      </p:sp>
      <p:sp>
        <p:nvSpPr>
          <p:cNvPr id="3" name="rule-0268">
            <a:extLst xmlns:a="http://schemas.openxmlformats.org/drawingml/2006/main">
              <a:ext uri="{FF2B5EF4-FFF2-40B4-BE49-F238E27FC236}">
                <a16:creationId xmlns:a16="http://schemas.microsoft.com/office/drawing/2014/main" id="{AEA6AEA4-2F21-405D-B5E4-A751BB03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69">
            <a:extLst xmlns:a="http://schemas.openxmlformats.org/drawingml/2006/main">
              <a:ext uri="{FF2B5EF4-FFF2-40B4-BE49-F238E27FC236}">
                <a16:creationId xmlns:a16="http://schemas.microsoft.com/office/drawing/2014/main" id="{90493A03-E13A-434F-AB5F-A6D14B43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70">
            <a:extLst xmlns:a="http://schemas.openxmlformats.org/drawingml/2006/main">
              <a:ext uri="{FF2B5EF4-FFF2-40B4-BE49-F238E27FC236}">
                <a16:creationId xmlns:a16="http://schemas.microsoft.com/office/drawing/2014/main" id="{EEB5F886-7864-42DB-AEC6-A9C6DE1D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6" name="text-0271">
            <a:extLst xmlns:a="http://schemas.openxmlformats.org/drawingml/2006/main">
              <a:ext uri="{FF2B5EF4-FFF2-40B4-BE49-F238E27FC236}">
                <a16:creationId xmlns:a16="http://schemas.microsoft.com/office/drawing/2014/main" id="{8CFF70AB-C145-43B0-A7D2-EAD20094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Meshy MCP / API</a:t>
            </a:r>
          </a:p>
        </p:txBody>
      </p:sp>
      <p:sp>
        <p:nvSpPr>
          <p:cNvPr id="7" name="text-0272">
            <a:extLst xmlns:a="http://schemas.openxmlformats.org/drawingml/2006/main">
              <a:ext uri="{FF2B5EF4-FFF2-40B4-BE49-F238E27FC236}">
                <a16:creationId xmlns:a16="http://schemas.microsoft.com/office/drawing/2014/main" id="{FF860C3D-53E0-4913-BCF4-A874F1DC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ステージ小物に限定した3D生成</a:t>
            </a:r>
          </a:p>
        </p:txBody>
      </p:sp>
      <p:sp>
        <p:nvSpPr>
          <p:cNvPr id="8" name="shape-0273">
            <a:extLst xmlns:a="http://schemas.openxmlformats.org/drawingml/2006/main">
              <a:ext uri="{FF2B5EF4-FFF2-40B4-BE49-F238E27FC236}">
                <a16:creationId xmlns:a16="http://schemas.microsoft.com/office/drawing/2014/main" id="{604FB0A3-59D5-497D-8C6F-02898EB3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74">
            <a:extLst xmlns:a="http://schemas.openxmlformats.org/drawingml/2006/main">
              <a:ext uri="{FF2B5EF4-FFF2-40B4-BE49-F238E27FC236}">
                <a16:creationId xmlns:a16="http://schemas.microsoft.com/office/drawing/2014/main" id="{8CA27F9F-88F7-47C4-883B-7535E76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公式MCP 19ツールの運用をSkill化</a:t>
            </a:r>
          </a:p>
        </p:txBody>
      </p:sp>
      <p:sp>
        <p:nvSpPr>
          <p:cNvPr id="10" name="shape-0275">
            <a:extLst xmlns:a="http://schemas.openxmlformats.org/drawingml/2006/main">
              <a:ext uri="{FF2B5EF4-FFF2-40B4-BE49-F238E27FC236}">
                <a16:creationId xmlns:a16="http://schemas.microsoft.com/office/drawing/2014/main" id="{B2351336-4C9B-4ABE-9A21-DCC1B03B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76">
            <a:extLst xmlns:a="http://schemas.openxmlformats.org/drawingml/2006/main">
              <a:ext uri="{FF2B5EF4-FFF2-40B4-BE49-F238E27FC236}">
                <a16:creationId xmlns:a16="http://schemas.microsoft.com/office/drawing/2014/main" id="{ACC81822-F02C-4912-8B11-91560F30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APIキーはuser scope、Gitへ置かない</a:t>
            </a:r>
          </a:p>
        </p:txBody>
      </p:sp>
      <p:sp>
        <p:nvSpPr>
          <p:cNvPr id="12" name="shape-0277">
            <a:extLst xmlns:a="http://schemas.openxmlformats.org/drawingml/2006/main">
              <a:ext uri="{FF2B5EF4-FFF2-40B4-BE49-F238E27FC236}">
                <a16:creationId xmlns:a16="http://schemas.microsoft.com/office/drawing/2014/main" id="{EC35E81D-8187-4B86-88A4-8B7B5D62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78">
            <a:extLst xmlns:a="http://schemas.openxmlformats.org/drawingml/2006/main">
              <a:ext uri="{FF2B5EF4-FFF2-40B4-BE49-F238E27FC236}">
                <a16:creationId xmlns:a16="http://schemas.microsoft.com/office/drawing/2014/main" id="{CEB18F09-130F-4206-B8D7-BF42C46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生成物を保存し、URP変換までつなぐ</a:t>
            </a:r>
          </a:p>
        </p:txBody>
      </p:sp>
      <p:sp>
        <p:nvSpPr>
          <p:cNvPr id="14" name="text-0279">
            <a:extLst xmlns:a="http://schemas.openxmlformats.org/drawingml/2006/main">
              <a:ext uri="{FF2B5EF4-FFF2-40B4-BE49-F238E27FC236}">
                <a16:creationId xmlns:a16="http://schemas.microsoft.com/office/drawing/2014/main" id="{34B0A35A-DF38-4397-812B-085B01D4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キャラクター生成は禁止</a:t>
            </a:r>
          </a:p>
        </p:txBody>
      </p:sp>
      <p:sp>
        <p:nvSpPr>
          <p:cNvPr id="15" name="rule-0280">
            <a:extLst xmlns:a="http://schemas.openxmlformats.org/drawingml/2006/main">
              <a:ext uri="{FF2B5EF4-FFF2-40B4-BE49-F238E27FC236}">
                <a16:creationId xmlns:a16="http://schemas.microsoft.com/office/drawing/2014/main" id="{EDF28008-52EC-4D9E-880E-1392D714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81">
            <a:extLst xmlns:a="http://schemas.openxmlformats.org/drawingml/2006/main">
              <a:ext uri="{FF2B5EF4-FFF2-40B4-BE49-F238E27FC236}">
                <a16:creationId xmlns:a16="http://schemas.microsoft.com/office/drawing/2014/main" id="{1706A8AB-5698-46B3-9A0E-4988370A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Claude file bridge</a:t>
            </a:r>
          </a:p>
        </p:txBody>
      </p:sp>
      <p:sp>
        <p:nvSpPr>
          <p:cNvPr id="17" name="text-0282">
            <a:extLst xmlns:a="http://schemas.openxmlformats.org/drawingml/2006/main">
              <a:ext uri="{FF2B5EF4-FFF2-40B4-BE49-F238E27FC236}">
                <a16:creationId xmlns:a16="http://schemas.microsoft.com/office/drawing/2014/main" id="{17784E49-CED3-4D8B-9CA9-9EEB3ED7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同じ対話をファイル経由で継続する</a:t>
            </a:r>
          </a:p>
        </p:txBody>
      </p:sp>
      <p:sp>
        <p:nvSpPr>
          <p:cNvPr id="18" name="shape-0283">
            <a:extLst xmlns:a="http://schemas.openxmlformats.org/drawingml/2006/main">
              <a:ext uri="{FF2B5EF4-FFF2-40B4-BE49-F238E27FC236}">
                <a16:creationId xmlns:a16="http://schemas.microsoft.com/office/drawing/2014/main" id="{53150E7C-C033-43E4-9308-DDC6D243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4953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19" name="rule-0284">
            <a:extLst xmlns:a="http://schemas.openxmlformats.org/drawingml/2006/main">
              <a:ext uri="{FF2B5EF4-FFF2-40B4-BE49-F238E27FC236}">
                <a16:creationId xmlns:a16="http://schemas.microsoft.com/office/drawing/2014/main" id="{6E9C8CD8-C677-43AC-96F6-05631E05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285">
            <a:extLst xmlns:a="http://schemas.openxmlformats.org/drawingml/2006/main">
              <a:ext uri="{FF2B5EF4-FFF2-40B4-BE49-F238E27FC236}">
                <a16:creationId xmlns:a16="http://schemas.microsoft.com/office/drawing/2014/main" id="{D65D0B9D-2FA1-49D4-8122-189D9C6A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tools/claude_bridge/claude_prompt_bridge.ps1</a:t>
            </a:r>
          </a:p>
        </p:txBody>
      </p:sp>
      <p:sp>
        <p:nvSpPr>
          <p:cNvPr id="21" name="text-0286">
            <a:extLst xmlns:a="http://schemas.openxmlformats.org/drawingml/2006/main">
              <a:ext uri="{FF2B5EF4-FFF2-40B4-BE49-F238E27FC236}">
                <a16:creationId xmlns:a16="http://schemas.microsoft.com/office/drawing/2014/main" id="{FD81B885-F295-478C-B0A2-F00B7B4C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4419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inbox.md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 ↓  claude -c -p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outbox_latest.md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 ↓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archive/</a:t>
            </a:r>
          </a:p>
        </p:txBody>
      </p:sp>
      <p:sp>
        <p:nvSpPr>
          <p:cNvPr id="22" name="text-0287">
            <a:extLst xmlns:a="http://schemas.openxmlformats.org/drawingml/2006/main">
              <a:ext uri="{FF2B5EF4-FFF2-40B4-BE49-F238E27FC236}">
                <a16:creationId xmlns:a16="http://schemas.microsoft.com/office/drawing/2014/main" id="{934916A4-A3EB-4C79-9B08-2494BDD2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151行のPowerShell watcher。入力・出力・履歴をプロジェクト内に残す。</a:t>
            </a:r>
          </a:p>
        </p:txBody>
      </p:sp>
    </p:spTree>
    <p:extLst>
      <p:ext uri="{BB962C8B-B14F-4D97-AF65-F5344CB8AC3E}">
        <p14:creationId xmlns:p14="http://schemas.microsoft.com/office/powerpoint/2010/main" val="152418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88">
            <a:extLst xmlns:a="http://schemas.openxmlformats.org/drawingml/2006/main">
              <a:ext uri="{FF2B5EF4-FFF2-40B4-BE49-F238E27FC236}">
                <a16:creationId xmlns:a16="http://schemas.microsoft.com/office/drawing/2014/main" id="{B41A497E-8508-49D5-9C6D-95787E36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89">
            <a:extLst xmlns:a="http://schemas.openxmlformats.org/drawingml/2006/main">
              <a:ext uri="{FF2B5EF4-FFF2-40B4-BE49-F238E27FC236}">
                <a16:creationId xmlns:a16="http://schemas.microsoft.com/office/drawing/2014/main" id="{EA98E9AE-1B15-45B6-855E-C614EB7B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実装後は、別役のAIが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指摘と修正を往復する</a:t>
            </a:r>
          </a:p>
        </p:txBody>
      </p:sp>
      <p:sp>
        <p:nvSpPr>
          <p:cNvPr id="3" name="rule-0290">
            <a:extLst xmlns:a="http://schemas.openxmlformats.org/drawingml/2006/main">
              <a:ext uri="{FF2B5EF4-FFF2-40B4-BE49-F238E27FC236}">
                <a16:creationId xmlns:a16="http://schemas.microsoft.com/office/drawing/2014/main" id="{F7B97DA0-7CE7-48B7-AA2F-7B56769F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91">
            <a:extLst xmlns:a="http://schemas.openxmlformats.org/drawingml/2006/main">
              <a:ext uri="{FF2B5EF4-FFF2-40B4-BE49-F238E27FC236}">
                <a16:creationId xmlns:a16="http://schemas.microsoft.com/office/drawing/2014/main" id="{7B328E93-9393-4ED5-9D23-7C881C8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92">
            <a:extLst xmlns:a="http://schemas.openxmlformats.org/drawingml/2006/main">
              <a:ext uri="{FF2B5EF4-FFF2-40B4-BE49-F238E27FC236}">
                <a16:creationId xmlns:a16="http://schemas.microsoft.com/office/drawing/2014/main" id="{3541BB55-36AC-481B-BFD6-DE31FE5B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6" name="text-0293">
            <a:extLst xmlns:a="http://schemas.openxmlformats.org/drawingml/2006/main">
              <a:ext uri="{FF2B5EF4-FFF2-40B4-BE49-F238E27FC236}">
                <a16:creationId xmlns:a16="http://schemas.microsoft.com/office/drawing/2014/main" id="{C4B1C4A0-14FE-431F-9CE5-5709BC81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変更</a:t>
            </a:r>
          </a:p>
        </p:txBody>
      </p:sp>
      <p:sp>
        <p:nvSpPr>
          <p:cNvPr id="7" name="rule-0294">
            <a:extLst xmlns:a="http://schemas.openxmlformats.org/drawingml/2006/main">
              <a:ext uri="{FF2B5EF4-FFF2-40B4-BE49-F238E27FC236}">
                <a16:creationId xmlns:a16="http://schemas.microsoft.com/office/drawing/2014/main" id="{49A53874-7A84-4F69-AE39-9DB20C11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295">
            <a:extLst xmlns:a="http://schemas.openxmlformats.org/drawingml/2006/main">
              <a:ext uri="{FF2B5EF4-FFF2-40B4-BE49-F238E27FC236}">
                <a16:creationId xmlns:a16="http://schemas.microsoft.com/office/drawing/2014/main" id="{DF9FA729-FE97-4557-B49D-61C24AEF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git diff</a:t>
            </a:r>
          </a:p>
        </p:txBody>
      </p:sp>
      <p:sp>
        <p:nvSpPr>
          <p:cNvPr id="9" name="text-0296">
            <a:extLst xmlns:a="http://schemas.openxmlformats.org/drawingml/2006/main">
              <a:ext uri="{FF2B5EF4-FFF2-40B4-BE49-F238E27FC236}">
                <a16:creationId xmlns:a16="http://schemas.microsoft.com/office/drawing/2014/main" id="{B9A96C55-9893-48E0-A369-C3F9A965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0" name="text-0297">
            <a:extLst xmlns:a="http://schemas.openxmlformats.org/drawingml/2006/main">
              <a:ext uri="{FF2B5EF4-FFF2-40B4-BE49-F238E27FC236}">
                <a16:creationId xmlns:a16="http://schemas.microsoft.com/office/drawing/2014/main" id="{C52481E0-FAB6-4155-8C40-15433D1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レビュー</a:t>
            </a:r>
          </a:p>
        </p:txBody>
      </p:sp>
      <p:sp>
        <p:nvSpPr>
          <p:cNvPr id="11" name="rule-0298">
            <a:extLst xmlns:a="http://schemas.openxmlformats.org/drawingml/2006/main">
              <a:ext uri="{FF2B5EF4-FFF2-40B4-BE49-F238E27FC236}">
                <a16:creationId xmlns:a16="http://schemas.microsoft.com/office/drawing/2014/main" id="{5C2E29F5-3D16-40B0-9411-98D3B4DD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299">
            <a:extLst xmlns:a="http://schemas.openxmlformats.org/drawingml/2006/main">
              <a:ext uri="{FF2B5EF4-FFF2-40B4-BE49-F238E27FC236}">
                <a16:creationId xmlns:a16="http://schemas.microsoft.com/office/drawing/2014/main" id="{E10B6BB4-2BE3-443A-8604-C9BF2797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unity-reviewer</a:t>
            </a:r>
          </a:p>
        </p:txBody>
      </p:sp>
      <p:sp>
        <p:nvSpPr>
          <p:cNvPr id="13" name="text-0300">
            <a:extLst xmlns:a="http://schemas.openxmlformats.org/drawingml/2006/main">
              <a:ext uri="{FF2B5EF4-FFF2-40B4-BE49-F238E27FC236}">
                <a16:creationId xmlns:a16="http://schemas.microsoft.com/office/drawing/2014/main" id="{BD4654CF-1F1F-4BF7-8E36-0A0CD2FF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4" name="text-0301">
            <a:extLst xmlns:a="http://schemas.openxmlformats.org/drawingml/2006/main">
              <a:ext uri="{FF2B5EF4-FFF2-40B4-BE49-F238E27FC236}">
                <a16:creationId xmlns:a16="http://schemas.microsoft.com/office/drawing/2014/main" id="{86E565A8-20FE-43AD-AE30-520A4AD7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修正</a:t>
            </a:r>
          </a:p>
        </p:txBody>
      </p:sp>
      <p:sp>
        <p:nvSpPr>
          <p:cNvPr id="15" name="rule-0302">
            <a:extLst xmlns:a="http://schemas.openxmlformats.org/drawingml/2006/main">
              <a:ext uri="{FF2B5EF4-FFF2-40B4-BE49-F238E27FC236}">
                <a16:creationId xmlns:a16="http://schemas.microsoft.com/office/drawing/2014/main" id="{E8685F20-3F63-4E26-89FF-080A45C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303">
            <a:extLst xmlns:a="http://schemas.openxmlformats.org/drawingml/2006/main">
              <a:ext uri="{FF2B5EF4-FFF2-40B4-BE49-F238E27FC236}">
                <a16:creationId xmlns:a16="http://schemas.microsoft.com/office/drawing/2014/main" id="{E8DFAB3B-5A91-4ECF-AE0E-E65556CC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code-reviser</a:t>
            </a:r>
          </a:p>
        </p:txBody>
      </p:sp>
      <p:sp>
        <p:nvSpPr>
          <p:cNvPr id="17" name="text-0304">
            <a:extLst xmlns:a="http://schemas.openxmlformats.org/drawingml/2006/main">
              <a:ext uri="{FF2B5EF4-FFF2-40B4-BE49-F238E27FC236}">
                <a16:creationId xmlns:a16="http://schemas.microsoft.com/office/drawing/2014/main" id="{9C145BB9-CA78-4D34-9852-AADFF3EA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text-0305">
            <a:extLst xmlns:a="http://schemas.openxmlformats.org/drawingml/2006/main">
              <a:ext uri="{FF2B5EF4-FFF2-40B4-BE49-F238E27FC236}">
                <a16:creationId xmlns:a16="http://schemas.microsoft.com/office/drawing/2014/main" id="{C36DEC07-B124-4ADF-9829-A3F87FFC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再レビュー</a:t>
            </a:r>
          </a:p>
        </p:txBody>
      </p:sp>
      <p:sp>
        <p:nvSpPr>
          <p:cNvPr id="19" name="rule-0306">
            <a:extLst xmlns:a="http://schemas.openxmlformats.org/drawingml/2006/main">
              <a:ext uri="{FF2B5EF4-FFF2-40B4-BE49-F238E27FC236}">
                <a16:creationId xmlns:a16="http://schemas.microsoft.com/office/drawing/2014/main" id="{9DB3A54F-1D77-478D-A0CC-0911F8EE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307">
            <a:extLst xmlns:a="http://schemas.openxmlformats.org/drawingml/2006/main">
              <a:ext uri="{FF2B5EF4-FFF2-40B4-BE49-F238E27FC236}">
                <a16:creationId xmlns:a16="http://schemas.microsoft.com/office/drawing/2014/main" id="{8A7E929C-AA7C-494D-BF39-F72DC6A4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最大3周</a:t>
            </a:r>
          </a:p>
        </p:txBody>
      </p:sp>
      <p:sp>
        <p:nvSpPr>
          <p:cNvPr id="21" name="text-0308">
            <a:extLst xmlns:a="http://schemas.openxmlformats.org/drawingml/2006/main">
              <a:ext uri="{FF2B5EF4-FFF2-40B4-BE49-F238E27FC236}">
                <a16:creationId xmlns:a16="http://schemas.microsoft.com/office/drawing/2014/main" id="{F725F8C0-95C4-4500-9856-429769CF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2" name="text-0309">
            <a:extLst xmlns:a="http://schemas.openxmlformats.org/drawingml/2006/main">
              <a:ext uri="{FF2B5EF4-FFF2-40B4-BE49-F238E27FC236}">
                <a16:creationId xmlns:a16="http://schemas.microsoft.com/office/drawing/2014/main" id="{844FD8E9-859A-41A1-8E95-811A2C64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第三者確認</a:t>
            </a:r>
          </a:p>
        </p:txBody>
      </p:sp>
      <p:sp>
        <p:nvSpPr>
          <p:cNvPr id="23" name="rule-0310">
            <a:extLst xmlns:a="http://schemas.openxmlformats.org/drawingml/2006/main">
              <a:ext uri="{FF2B5EF4-FFF2-40B4-BE49-F238E27FC236}">
                <a16:creationId xmlns:a16="http://schemas.microsoft.com/office/drawing/2014/main" id="{CE2767FF-1CC6-484D-A643-562C78F1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311">
            <a:extLst xmlns:a="http://schemas.openxmlformats.org/drawingml/2006/main">
              <a:ext uri="{FF2B5EF4-FFF2-40B4-BE49-F238E27FC236}">
                <a16:creationId xmlns:a16="http://schemas.microsoft.com/office/drawing/2014/main" id="{ABAADFFC-9698-4E1E-8EAE-262117EA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Codex read-only</a:t>
            </a:r>
          </a:p>
        </p:txBody>
      </p:sp>
      <p:sp>
        <p:nvSpPr>
          <p:cNvPr id="25" name="shape-0312">
            <a:extLst xmlns:a="http://schemas.openxmlformats.org/drawingml/2006/main">
              <a:ext uri="{FF2B5EF4-FFF2-40B4-BE49-F238E27FC236}">
                <a16:creationId xmlns:a16="http://schemas.microsoft.com/office/drawing/2014/main" id="{486BFAED-41BD-4423-96D0-B8174AD3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0439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313">
            <a:extLst xmlns:a="http://schemas.openxmlformats.org/drawingml/2006/main">
              <a:ext uri="{FF2B5EF4-FFF2-40B4-BE49-F238E27FC236}">
                <a16:creationId xmlns:a16="http://schemas.microsoft.com/office/drawing/2014/main" id="{2157BAF6-BD0A-44D7-9FB1-9077A998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Codexは `--sandbox read-only` で、null・境界値・規約違反を別モデル視点から確認する。</a:t>
            </a:r>
          </a:p>
        </p:txBody>
      </p:sp>
      <p:sp>
        <p:nvSpPr>
          <p:cNvPr id="27" name="text-0314">
            <a:extLst xmlns:a="http://schemas.openxmlformats.org/drawingml/2006/main">
              <a:ext uri="{FF2B5EF4-FFF2-40B4-BE49-F238E27FC236}">
                <a16:creationId xmlns:a16="http://schemas.microsoft.com/office/drawing/2014/main" id="{270B1693-DFFD-4C0A-BD51-B921E719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最後の採否・見た目・コミットは人が握る。</a:t>
            </a:r>
          </a:p>
        </p:txBody>
      </p:sp>
    </p:spTree>
    <p:extLst>
      <p:ext uri="{BB962C8B-B14F-4D97-AF65-F5344CB8AC3E}">
        <p14:creationId xmlns:p14="http://schemas.microsoft.com/office/powerpoint/2010/main" val="21397759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15">
            <a:extLst xmlns:a="http://schemas.openxmlformats.org/drawingml/2006/main">
              <a:ext uri="{FF2B5EF4-FFF2-40B4-BE49-F238E27FC236}">
                <a16:creationId xmlns:a16="http://schemas.microsoft.com/office/drawing/2014/main" id="{B2954E80-C419-4B62-BEA9-2299499B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16">
            <a:extLst xmlns:a="http://schemas.openxmlformats.org/drawingml/2006/main">
              <a:ext uri="{FF2B5EF4-FFF2-40B4-BE49-F238E27FC236}">
                <a16:creationId xmlns:a16="http://schemas.microsoft.com/office/drawing/2014/main" id="{970E503C-F72F-4C38-B7D5-C2A908F6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違いは、AIの使用量ではなく、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工程として固定したこと</a:t>
            </a:r>
          </a:p>
        </p:txBody>
      </p:sp>
      <p:sp>
        <p:nvSpPr>
          <p:cNvPr id="3" name="rule-0317">
            <a:extLst xmlns:a="http://schemas.openxmlformats.org/drawingml/2006/main">
              <a:ext uri="{FF2B5EF4-FFF2-40B4-BE49-F238E27FC236}">
                <a16:creationId xmlns:a16="http://schemas.microsoft.com/office/drawing/2014/main" id="{9FB45BA2-320F-4524-9C11-692ECF0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18">
            <a:extLst xmlns:a="http://schemas.openxmlformats.org/drawingml/2006/main">
              <a:ext uri="{FF2B5EF4-FFF2-40B4-BE49-F238E27FC236}">
                <a16:creationId xmlns:a16="http://schemas.microsoft.com/office/drawing/2014/main" id="{6FFBDF1F-5C49-49C7-BE05-6339515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19">
            <a:extLst xmlns:a="http://schemas.openxmlformats.org/drawingml/2006/main">
              <a:ext uri="{FF2B5EF4-FFF2-40B4-BE49-F238E27FC236}">
                <a16:creationId xmlns:a16="http://schemas.microsoft.com/office/drawing/2014/main" id="{6EA3D040-FFCA-4231-9EAB-692B7286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6" name="text-0320">
            <a:extLst xmlns:a="http://schemas.openxmlformats.org/drawingml/2006/main">
              <a:ext uri="{FF2B5EF4-FFF2-40B4-BE49-F238E27FC236}">
                <a16:creationId xmlns:a16="http://schemas.microsoft.com/office/drawing/2014/main" id="{1950C22A-975C-4D13-A0FB-9AAFB6E6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一般的な単発利用</a:t>
            </a:r>
          </a:p>
        </p:txBody>
      </p:sp>
      <p:sp>
        <p:nvSpPr>
          <p:cNvPr id="7" name="text-0321">
            <a:extLst xmlns:a="http://schemas.openxmlformats.org/drawingml/2006/main">
              <a:ext uri="{FF2B5EF4-FFF2-40B4-BE49-F238E27FC236}">
                <a16:creationId xmlns:a16="http://schemas.microsoft.com/office/drawing/2014/main" id="{85619C70-2F28-4770-A3F8-82BDF867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質問する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出力を貼る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会話が切れる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確認は人の記憶に頼る</a:t>
            </a:r>
          </a:p>
        </p:txBody>
      </p:sp>
      <p:sp>
        <p:nvSpPr>
          <p:cNvPr id="8" name="rule-0322">
            <a:extLst xmlns:a="http://schemas.openxmlformats.org/drawingml/2006/main">
              <a:ext uri="{FF2B5EF4-FFF2-40B4-BE49-F238E27FC236}">
                <a16:creationId xmlns:a16="http://schemas.microsoft.com/office/drawing/2014/main" id="{27D1BAB5-AB9F-4669-AA70-A555D65A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9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323">
            <a:extLst xmlns:a="http://schemas.openxmlformats.org/drawingml/2006/main">
              <a:ext uri="{FF2B5EF4-FFF2-40B4-BE49-F238E27FC236}">
                <a16:creationId xmlns:a16="http://schemas.microsoft.com/office/drawing/2014/main" id="{A45B1A02-C235-41A2-85AF-6F44C746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このプロジェクト</a:t>
            </a:r>
          </a:p>
        </p:txBody>
      </p:sp>
      <p:sp>
        <p:nvSpPr>
          <p:cNvPr id="10" name="text-0324">
            <a:extLst xmlns:a="http://schemas.openxmlformats.org/drawingml/2006/main">
              <a:ext uri="{FF2B5EF4-FFF2-40B4-BE49-F238E27FC236}">
                <a16:creationId xmlns:a16="http://schemas.microsoft.com/office/drawing/2014/main" id="{0A7137E7-81F5-4247-87DE-F65BA89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役割をAgentに分ける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手順をSkillに残す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EditorをMCPで操作する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HookとReviewで確認する</a:t>
            </a:r>
          </a:p>
        </p:txBody>
      </p:sp>
      <p:sp>
        <p:nvSpPr>
          <p:cNvPr id="11" name="text-0325">
            <a:extLst xmlns:a="http://schemas.openxmlformats.org/drawingml/2006/main">
              <a:ext uri="{FF2B5EF4-FFF2-40B4-BE49-F238E27FC236}">
                <a16:creationId xmlns:a16="http://schemas.microsoft.com/office/drawing/2014/main" id="{8118F6AA-60AC-467E-80B6-35FC6D5D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「AIに作らせた」ではなく、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誰が・何を・どう確かめるかを設計した。</a:t>
            </a:r>
          </a:p>
        </p:txBody>
      </p:sp>
    </p:spTree>
    <p:extLst>
      <p:ext uri="{BB962C8B-B14F-4D97-AF65-F5344CB8AC3E}">
        <p14:creationId xmlns:p14="http://schemas.microsoft.com/office/powerpoint/2010/main" val="13368879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26">
            <a:extLst xmlns:a="http://schemas.openxmlformats.org/drawingml/2006/main">
              <a:ext uri="{FF2B5EF4-FFF2-40B4-BE49-F238E27FC236}">
                <a16:creationId xmlns:a16="http://schemas.microsoft.com/office/drawing/2014/main" id="{E2FDBAA0-88F9-4942-B5D5-94EB9720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27">
            <a:extLst xmlns:a="http://schemas.openxmlformats.org/drawingml/2006/main">
              <a:ext uri="{FF2B5EF4-FFF2-40B4-BE49-F238E27FC236}">
                <a16:creationId xmlns:a16="http://schemas.microsoft.com/office/drawing/2014/main" id="{D34AE602-1BD6-4865-8BE9-0CC45CD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評価は、ゲームと制作基盤を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別々に測る</a:t>
            </a:r>
          </a:p>
        </p:txBody>
      </p:sp>
      <p:sp>
        <p:nvSpPr>
          <p:cNvPr id="3" name="rule-0328">
            <a:extLst xmlns:a="http://schemas.openxmlformats.org/drawingml/2006/main">
              <a:ext uri="{FF2B5EF4-FFF2-40B4-BE49-F238E27FC236}">
                <a16:creationId xmlns:a16="http://schemas.microsoft.com/office/drawing/2014/main" id="{EFAF8A2B-AAC0-4AFE-9A4D-EBA0D6A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29">
            <a:extLst xmlns:a="http://schemas.openxmlformats.org/drawingml/2006/main">
              <a:ext uri="{FF2B5EF4-FFF2-40B4-BE49-F238E27FC236}">
                <a16:creationId xmlns:a16="http://schemas.microsoft.com/office/drawing/2014/main" id="{49D2415F-439C-4571-8EAE-9A8578B5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30">
            <a:extLst xmlns:a="http://schemas.openxmlformats.org/drawingml/2006/main">
              <a:ext uri="{FF2B5EF4-FFF2-40B4-BE49-F238E27FC236}">
                <a16:creationId xmlns:a16="http://schemas.microsoft.com/office/drawing/2014/main" id="{B2E6EA65-06CB-4DA8-908E-1F169CA5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6" name="text-0331">
            <a:extLst xmlns:a="http://schemas.openxmlformats.org/drawingml/2006/main">
              <a:ext uri="{FF2B5EF4-FFF2-40B4-BE49-F238E27FC236}">
                <a16:creationId xmlns:a16="http://schemas.microsoft.com/office/drawing/2014/main" id="{5F512B4E-04AF-40A5-8873-A5F8D124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7" name="shape-0332">
            <a:extLst xmlns:a="http://schemas.openxmlformats.org/drawingml/2006/main">
              <a:ext uri="{FF2B5EF4-FFF2-40B4-BE49-F238E27FC236}">
                <a16:creationId xmlns:a16="http://schemas.microsoft.com/office/drawing/2014/main" id="{77737EC8-672E-4D1F-93BC-F26FEAB7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333">
            <a:extLst xmlns:a="http://schemas.openxmlformats.org/drawingml/2006/main">
              <a:ext uri="{FF2B5EF4-FFF2-40B4-BE49-F238E27FC236}">
                <a16:creationId xmlns:a16="http://schemas.microsoft.com/office/drawing/2014/main" id="{46BC2B2A-6626-46AB-95E6-CA5358C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10秒で目的を説明できるか</a:t>
            </a:r>
          </a:p>
        </p:txBody>
      </p:sp>
      <p:sp>
        <p:nvSpPr>
          <p:cNvPr id="9" name="shape-0334">
            <a:extLst xmlns:a="http://schemas.openxmlformats.org/drawingml/2006/main">
              <a:ext uri="{FF2B5EF4-FFF2-40B4-BE49-F238E27FC236}">
                <a16:creationId xmlns:a16="http://schemas.microsoft.com/office/drawing/2014/main" id="{BD7278E2-06A2-4511-B19A-1833A0F8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335">
            <a:extLst xmlns:a="http://schemas.openxmlformats.org/drawingml/2006/main">
              <a:ext uri="{FF2B5EF4-FFF2-40B4-BE49-F238E27FC236}">
                <a16:creationId xmlns:a16="http://schemas.microsoft.com/office/drawing/2014/main" id="{FAEC4AC9-D31E-40A2-B862-C8AB2977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最初の30秒で衝突が起きるか</a:t>
            </a:r>
          </a:p>
        </p:txBody>
      </p:sp>
      <p:sp>
        <p:nvSpPr>
          <p:cNvPr id="11" name="shape-0336">
            <a:extLst xmlns:a="http://schemas.openxmlformats.org/drawingml/2006/main">
              <a:ext uri="{FF2B5EF4-FFF2-40B4-BE49-F238E27FC236}">
                <a16:creationId xmlns:a16="http://schemas.microsoft.com/office/drawing/2014/main" id="{055FFC03-40AF-4090-9FDB-E304A850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337">
            <a:extLst xmlns:a="http://schemas.openxmlformats.org/drawingml/2006/main">
              <a:ext uri="{FF2B5EF4-FFF2-40B4-BE49-F238E27FC236}">
                <a16:creationId xmlns:a16="http://schemas.microsoft.com/office/drawing/2014/main" id="{F339AFAE-071F-4AC3-8ABD-4404CAD5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スキルの違いを言葉にできるか</a:t>
            </a:r>
          </a:p>
        </p:txBody>
      </p:sp>
      <p:sp>
        <p:nvSpPr>
          <p:cNvPr id="13" name="shape-0338">
            <a:extLst xmlns:a="http://schemas.openxmlformats.org/drawingml/2006/main">
              <a:ext uri="{FF2B5EF4-FFF2-40B4-BE49-F238E27FC236}">
                <a16:creationId xmlns:a16="http://schemas.microsoft.com/office/drawing/2014/main" id="{BD14BBA8-2A79-4B38-A501-88837602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339">
            <a:extLst xmlns:a="http://schemas.openxmlformats.org/drawingml/2006/main">
              <a:ext uri="{FF2B5EF4-FFF2-40B4-BE49-F238E27FC236}">
                <a16:creationId xmlns:a16="http://schemas.microsoft.com/office/drawing/2014/main" id="{480DBB2C-43BC-47D1-A42C-F35630A7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KOと復帰を納得できるか</a:t>
            </a:r>
          </a:p>
        </p:txBody>
      </p:sp>
      <p:sp>
        <p:nvSpPr>
          <p:cNvPr id="15" name="shape-0340">
            <a:extLst xmlns:a="http://schemas.openxmlformats.org/drawingml/2006/main">
              <a:ext uri="{FF2B5EF4-FFF2-40B4-BE49-F238E27FC236}">
                <a16:creationId xmlns:a16="http://schemas.microsoft.com/office/drawing/2014/main" id="{25ED183A-DECD-487E-9249-80CBDC5A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341">
            <a:extLst xmlns:a="http://schemas.openxmlformats.org/drawingml/2006/main">
              <a:ext uri="{FF2B5EF4-FFF2-40B4-BE49-F238E27FC236}">
                <a16:creationId xmlns:a16="http://schemas.microsoft.com/office/drawing/2014/main" id="{60FEADDF-0614-4AA9-BCAA-0E29601A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もう一度遊びたいか</a:t>
            </a:r>
          </a:p>
        </p:txBody>
      </p:sp>
      <p:sp>
        <p:nvSpPr>
          <p:cNvPr id="17" name="rule-0342">
            <a:extLst xmlns:a="http://schemas.openxmlformats.org/drawingml/2006/main">
              <a:ext uri="{FF2B5EF4-FFF2-40B4-BE49-F238E27FC236}">
                <a16:creationId xmlns:a16="http://schemas.microsoft.com/office/drawing/2014/main" id="{3E668E6B-FA16-4863-931B-77BA2A73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343">
            <a:extLst xmlns:a="http://schemas.openxmlformats.org/drawingml/2006/main">
              <a:ext uri="{FF2B5EF4-FFF2-40B4-BE49-F238E27FC236}">
                <a16:creationId xmlns:a16="http://schemas.microsoft.com/office/drawing/2014/main" id="{317A1049-B14C-4A88-B0D6-7222C0E2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AI制作基盤</a:t>
            </a:r>
          </a:p>
        </p:txBody>
      </p:sp>
      <p:sp>
        <p:nvSpPr>
          <p:cNvPr id="19" name="shape-0344">
            <a:extLst xmlns:a="http://schemas.openxmlformats.org/drawingml/2006/main">
              <a:ext uri="{FF2B5EF4-FFF2-40B4-BE49-F238E27FC236}">
                <a16:creationId xmlns:a16="http://schemas.microsoft.com/office/drawing/2014/main" id="{63ABF788-CCD0-460A-8D2C-CD43FB99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345">
            <a:extLst xmlns:a="http://schemas.openxmlformats.org/drawingml/2006/main">
              <a:ext uri="{FF2B5EF4-FFF2-40B4-BE49-F238E27FC236}">
                <a16:creationId xmlns:a16="http://schemas.microsoft.com/office/drawing/2014/main" id="{B2396811-0A94-4E95-A2F4-3C42AD9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指示からEditor上の結果までの時間</a:t>
            </a:r>
          </a:p>
        </p:txBody>
      </p:sp>
      <p:sp>
        <p:nvSpPr>
          <p:cNvPr id="21" name="shape-0346">
            <a:extLst xmlns:a="http://schemas.openxmlformats.org/drawingml/2006/main">
              <a:ext uri="{FF2B5EF4-FFF2-40B4-BE49-F238E27FC236}">
                <a16:creationId xmlns:a16="http://schemas.microsoft.com/office/drawing/2014/main" id="{77D208B9-6233-4B56-BA36-E9A223C5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347">
            <a:extLst xmlns:a="http://schemas.openxmlformats.org/drawingml/2006/main">
              <a:ext uri="{FF2B5EF4-FFF2-40B4-BE49-F238E27FC236}">
                <a16:creationId xmlns:a16="http://schemas.microsoft.com/office/drawing/2014/main" id="{B2D91ABA-E697-4A1A-B5DF-0A08EEEB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別セッションで再開できるか</a:t>
            </a:r>
          </a:p>
        </p:txBody>
      </p:sp>
      <p:sp>
        <p:nvSpPr>
          <p:cNvPr id="23" name="shape-0348">
            <a:extLst xmlns:a="http://schemas.openxmlformats.org/drawingml/2006/main">
              <a:ext uri="{FF2B5EF4-FFF2-40B4-BE49-F238E27FC236}">
                <a16:creationId xmlns:a16="http://schemas.microsoft.com/office/drawing/2014/main" id="{887B4F1F-845A-4398-B532-8B59AE5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349">
            <a:extLst xmlns:a="http://schemas.openxmlformats.org/drawingml/2006/main">
              <a:ext uri="{FF2B5EF4-FFF2-40B4-BE49-F238E27FC236}">
                <a16:creationId xmlns:a16="http://schemas.microsoft.com/office/drawing/2014/main" id="{654ECB5D-FDE4-400B-979F-D2060776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レビューで何件の問題を拾ったか</a:t>
            </a:r>
          </a:p>
        </p:txBody>
      </p:sp>
      <p:sp>
        <p:nvSpPr>
          <p:cNvPr id="25" name="shape-0350">
            <a:extLst xmlns:a="http://schemas.openxmlformats.org/drawingml/2006/main">
              <a:ext uri="{FF2B5EF4-FFF2-40B4-BE49-F238E27FC236}">
                <a16:creationId xmlns:a16="http://schemas.microsoft.com/office/drawing/2014/main" id="{DCB34BD9-F2C3-477A-9EAF-956B5427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351">
            <a:extLst xmlns:a="http://schemas.openxmlformats.org/drawingml/2006/main">
              <a:ext uri="{FF2B5EF4-FFF2-40B4-BE49-F238E27FC236}">
                <a16:creationId xmlns:a16="http://schemas.microsoft.com/office/drawing/2014/main" id="{037A1EB3-70E6-4BB8-88D5-8F937741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AI同士の衝突で手戻りした回数</a:t>
            </a:r>
          </a:p>
        </p:txBody>
      </p:sp>
      <p:sp>
        <p:nvSpPr>
          <p:cNvPr id="27" name="shape-0352">
            <a:extLst xmlns:a="http://schemas.openxmlformats.org/drawingml/2006/main">
              <a:ext uri="{FF2B5EF4-FFF2-40B4-BE49-F238E27FC236}">
                <a16:creationId xmlns:a16="http://schemas.microsoft.com/office/drawing/2014/main" id="{A88E79DC-9F5C-4AD7-A83C-9DE69E0C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353">
            <a:extLst xmlns:a="http://schemas.openxmlformats.org/drawingml/2006/main">
              <a:ext uri="{FF2B5EF4-FFF2-40B4-BE49-F238E27FC236}">
                <a16:creationId xmlns:a16="http://schemas.microsoft.com/office/drawing/2014/main" id="{049FB7E2-09CD-43F9-B01C-247F512D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人が判断した箇所を記録できたか</a:t>
            </a:r>
          </a:p>
        </p:txBody>
      </p:sp>
      <p:sp>
        <p:nvSpPr>
          <p:cNvPr id="29" name="shape-0354">
            <a:extLst xmlns:a="http://schemas.openxmlformats.org/drawingml/2006/main">
              <a:ext uri="{FF2B5EF4-FFF2-40B4-BE49-F238E27FC236}">
                <a16:creationId xmlns:a16="http://schemas.microsoft.com/office/drawing/2014/main" id="{A07DFA7A-F41D-4EE7-824A-3012A961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49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0355">
            <a:extLst xmlns:a="http://schemas.openxmlformats.org/drawingml/2006/main">
              <a:ext uri="{FF2B5EF4-FFF2-40B4-BE49-F238E27FC236}">
                <a16:creationId xmlns:a16="http://schemas.microsoft.com/office/drawing/2014/main" id="{58336B45-072B-47D1-AA86-3A9C7D93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003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現時点は評価計画。結果はプレイテストと作業ログ取得後に追記する。</a:t>
            </a:r>
          </a:p>
        </p:txBody>
      </p:sp>
    </p:spTree>
    <p:extLst>
      <p:ext uri="{BB962C8B-B14F-4D97-AF65-F5344CB8AC3E}">
        <p14:creationId xmlns:p14="http://schemas.microsoft.com/office/powerpoint/2010/main" val="9353113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56">
            <a:extLst xmlns:a="http://schemas.openxmlformats.org/drawingml/2006/main">
              <a:ext uri="{FF2B5EF4-FFF2-40B4-BE49-F238E27FC236}">
                <a16:creationId xmlns:a16="http://schemas.microsoft.com/office/drawing/2014/main" id="{8927B316-7D43-4D34-A036-02F7D802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57">
            <a:extLst xmlns:a="http://schemas.openxmlformats.org/drawingml/2006/main">
              <a:ext uri="{FF2B5EF4-FFF2-40B4-BE49-F238E27FC236}">
                <a16:creationId xmlns:a16="http://schemas.microsoft.com/office/drawing/2014/main" id="{08F507DF-D1B4-42AC-AE60-FDA41BCE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後半は、7月に一試合を成立させ、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8月末で機能を止める</a:t>
            </a:r>
          </a:p>
        </p:txBody>
      </p:sp>
      <p:sp>
        <p:nvSpPr>
          <p:cNvPr id="3" name="rule-0358">
            <a:extLst xmlns:a="http://schemas.openxmlformats.org/drawingml/2006/main">
              <a:ext uri="{FF2B5EF4-FFF2-40B4-BE49-F238E27FC236}">
                <a16:creationId xmlns:a16="http://schemas.microsoft.com/office/drawing/2014/main" id="{4A131200-1DD2-431B-8263-5CE8E88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59">
            <a:extLst xmlns:a="http://schemas.openxmlformats.org/drawingml/2006/main">
              <a:ext uri="{FF2B5EF4-FFF2-40B4-BE49-F238E27FC236}">
                <a16:creationId xmlns:a16="http://schemas.microsoft.com/office/drawing/2014/main" id="{21FBAC26-5623-4EFF-89ED-B2F2DCD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60">
            <a:extLst xmlns:a="http://schemas.openxmlformats.org/drawingml/2006/main">
              <a:ext uri="{FF2B5EF4-FFF2-40B4-BE49-F238E27FC236}">
                <a16:creationId xmlns:a16="http://schemas.microsoft.com/office/drawing/2014/main" id="{209761B8-79A5-4D06-9049-5D1177E3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6" name="rule-0361">
            <a:extLst xmlns:a="http://schemas.openxmlformats.org/drawingml/2006/main">
              <a:ext uri="{FF2B5EF4-FFF2-40B4-BE49-F238E27FC236}">
                <a16:creationId xmlns:a16="http://schemas.microsoft.com/office/drawing/2014/main" id="{344F499B-401B-4252-923B-16CE5319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90700"/>
            <a:ext cx="190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-0362">
            <a:extLst xmlns:a="http://schemas.openxmlformats.org/drawingml/2006/main">
              <a:ext uri="{FF2B5EF4-FFF2-40B4-BE49-F238E27FC236}">
                <a16:creationId xmlns:a16="http://schemas.microsoft.com/office/drawing/2014/main" id="{C063977A-63F3-4995-BFB3-9E49D2D2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190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363">
            <a:extLst xmlns:a="http://schemas.openxmlformats.org/drawingml/2006/main">
              <a:ext uri="{FF2B5EF4-FFF2-40B4-BE49-F238E27FC236}">
                <a16:creationId xmlns:a16="http://schemas.microsoft.com/office/drawing/2014/main" id="{F72DC156-58C2-41BC-BAF1-1509696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M4  /  7月14–31日</a:t>
            </a:r>
          </a:p>
        </p:txBody>
      </p:sp>
      <p:sp>
        <p:nvSpPr>
          <p:cNvPr id="9" name="text-0364">
            <a:extLst xmlns:a="http://schemas.openxmlformats.org/drawingml/2006/main">
              <a:ext uri="{FF2B5EF4-FFF2-40B4-BE49-F238E27FC236}">
                <a16:creationId xmlns:a16="http://schemas.microsoft.com/office/drawing/2014/main" id="{9FACFAF9-F9E4-4DA1-B66C-41E76949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一試合を成立</a:t>
            </a:r>
          </a:p>
        </p:txBody>
      </p:sp>
      <p:sp>
        <p:nvSpPr>
          <p:cNvPr id="10" name="shape-0365">
            <a:extLst xmlns:a="http://schemas.openxmlformats.org/drawingml/2006/main">
              <a:ext uri="{FF2B5EF4-FFF2-40B4-BE49-F238E27FC236}">
                <a16:creationId xmlns:a16="http://schemas.microsoft.com/office/drawing/2014/main" id="{33134284-BCE8-4296-B4CE-43C3EED2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366">
            <a:extLst xmlns:a="http://schemas.openxmlformats.org/drawingml/2006/main">
              <a:ext uri="{FF2B5EF4-FFF2-40B4-BE49-F238E27FC236}">
                <a16:creationId xmlns:a16="http://schemas.microsoft.com/office/drawing/2014/main" id="{50861FF1-58DF-4366-989E-CB32BD9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Game Viewと共有カメラを確定</a:t>
            </a:r>
          </a:p>
        </p:txBody>
      </p:sp>
      <p:sp>
        <p:nvSpPr>
          <p:cNvPr id="12" name="shape-0367">
            <a:extLst xmlns:a="http://schemas.openxmlformats.org/drawingml/2006/main">
              <a:ext uri="{FF2B5EF4-FFF2-40B4-BE49-F238E27FC236}">
                <a16:creationId xmlns:a16="http://schemas.microsoft.com/office/drawing/2014/main" id="{37F025A2-E7A7-4BF3-A75E-ACA948B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368">
            <a:extLst xmlns:a="http://schemas.openxmlformats.org/drawingml/2006/main">
              <a:ext uri="{FF2B5EF4-FFF2-40B4-BE49-F238E27FC236}">
                <a16:creationId xmlns:a16="http://schemas.microsoft.com/office/drawing/2014/main" id="{0E382960-D69F-4987-B5CF-4AEB4D17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Enhanced Inputへ一本化</a:t>
            </a:r>
          </a:p>
        </p:txBody>
      </p:sp>
      <p:sp>
        <p:nvSpPr>
          <p:cNvPr id="14" name="shape-0369">
            <a:extLst xmlns:a="http://schemas.openxmlformats.org/drawingml/2006/main">
              <a:ext uri="{FF2B5EF4-FFF2-40B4-BE49-F238E27FC236}">
                <a16:creationId xmlns:a16="http://schemas.microsoft.com/office/drawing/2014/main" id="{68201737-1B64-4975-9C78-0E764B1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29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370">
            <a:extLst xmlns:a="http://schemas.openxmlformats.org/drawingml/2006/main">
              <a:ext uri="{FF2B5EF4-FFF2-40B4-BE49-F238E27FC236}">
                <a16:creationId xmlns:a16="http://schemas.microsoft.com/office/drawing/2014/main" id="{89163293-8D29-4191-A4BC-067AF511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2人操作 / KO・復帰 / 90秒</a:t>
            </a:r>
          </a:p>
        </p:txBody>
      </p:sp>
      <p:sp>
        <p:nvSpPr>
          <p:cNvPr id="16" name="text-0371">
            <a:extLst xmlns:a="http://schemas.openxmlformats.org/drawingml/2006/main">
              <a:ext uri="{FF2B5EF4-FFF2-40B4-BE49-F238E27FC236}">
                <a16:creationId xmlns:a16="http://schemas.microsoft.com/office/drawing/2014/main" id="{AE1AA79B-AB32-40FF-A6EB-137CF856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完了判定</a:t>
            </a:r>
          </a:p>
        </p:txBody>
      </p:sp>
      <p:sp>
        <p:nvSpPr>
          <p:cNvPr id="17" name="text-0372">
            <a:extLst xmlns:a="http://schemas.openxmlformats.org/drawingml/2006/main">
              <a:ext uri="{FF2B5EF4-FFF2-40B4-BE49-F238E27FC236}">
                <a16:creationId xmlns:a16="http://schemas.microsoft.com/office/drawing/2014/main" id="{546CE95B-8AC6-493E-80EC-48AE5E9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二人が1試合を完走</a:t>
            </a:r>
          </a:p>
        </p:txBody>
      </p:sp>
      <p:sp>
        <p:nvSpPr>
          <p:cNvPr id="18" name="text-0373">
            <a:extLst xmlns:a="http://schemas.openxmlformats.org/drawingml/2006/main">
              <a:ext uri="{FF2B5EF4-FFF2-40B4-BE49-F238E27FC236}">
                <a16:creationId xmlns:a16="http://schemas.microsoft.com/office/drawing/2014/main" id="{7AB4A049-34EC-47DA-A87E-B347FB96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400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4B400"/>
                </a:solidFill>
                <a:latin typeface="Consolas"/>
                <a:ea typeface="Consolas"/>
                <a:cs typeface="Consolas"/>
              </a:rPr>
              <a:t>M5  /  8月1–31日</a:t>
            </a:r>
          </a:p>
        </p:txBody>
      </p:sp>
      <p:sp>
        <p:nvSpPr>
          <p:cNvPr id="19" name="text-0374">
            <a:extLst xmlns:a="http://schemas.openxmlformats.org/drawingml/2006/main">
              <a:ext uri="{FF2B5EF4-FFF2-40B4-BE49-F238E27FC236}">
                <a16:creationId xmlns:a16="http://schemas.microsoft.com/office/drawing/2014/main" id="{3A9DBA25-0B6C-4F84-A1F6-1590D6F7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14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選択を増やして測る</a:t>
            </a:r>
          </a:p>
        </p:txBody>
      </p:sp>
      <p:sp>
        <p:nvSpPr>
          <p:cNvPr id="20" name="shape-0375">
            <a:extLst xmlns:a="http://schemas.openxmlformats.org/drawingml/2006/main">
              <a:ext uri="{FF2B5EF4-FFF2-40B4-BE49-F238E27FC236}">
                <a16:creationId xmlns:a16="http://schemas.microsoft.com/office/drawing/2014/main" id="{48A9616C-D5B5-4337-A0CA-E528C661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90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376">
            <a:extLst xmlns:a="http://schemas.openxmlformats.org/drawingml/2006/main">
              <a:ext uri="{FF2B5EF4-FFF2-40B4-BE49-F238E27FC236}">
                <a16:creationId xmlns:a16="http://schemas.microsoft.com/office/drawing/2014/main" id="{06CFB52D-9A9A-498F-A3BB-045D609D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3系統の代表スキルを接続</a:t>
            </a:r>
          </a:p>
        </p:txBody>
      </p:sp>
      <p:sp>
        <p:nvSpPr>
          <p:cNvPr id="22" name="shape-0377">
            <a:extLst xmlns:a="http://schemas.openxmlformats.org/drawingml/2006/main">
              <a:ext uri="{FF2B5EF4-FFF2-40B4-BE49-F238E27FC236}">
                <a16:creationId xmlns:a16="http://schemas.microsoft.com/office/drawing/2014/main" id="{94B53860-05ED-4467-881A-BCD07E9A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378">
            <a:extLst xmlns:a="http://schemas.openxmlformats.org/drawingml/2006/main">
              <a:ext uri="{FF2B5EF4-FFF2-40B4-BE49-F238E27FC236}">
                <a16:creationId xmlns:a16="http://schemas.microsoft.com/office/drawing/2014/main" id="{23B0E021-0AE1-4A1E-AA26-403AE98A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ドラフトUIと衝突演出</a:t>
            </a:r>
          </a:p>
        </p:txBody>
      </p:sp>
      <p:sp>
        <p:nvSpPr>
          <p:cNvPr id="24" name="shape-0379">
            <a:extLst xmlns:a="http://schemas.openxmlformats.org/drawingml/2006/main">
              <a:ext uri="{FF2B5EF4-FFF2-40B4-BE49-F238E27FC236}">
                <a16:creationId xmlns:a16="http://schemas.microsoft.com/office/drawing/2014/main" id="{62C525D6-2C82-4071-B204-BDB21B41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29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380">
            <a:extLst xmlns:a="http://schemas.openxmlformats.org/drawingml/2006/main">
              <a:ext uri="{FF2B5EF4-FFF2-40B4-BE49-F238E27FC236}">
                <a16:creationId xmlns:a16="http://schemas.microsoft.com/office/drawing/2014/main" id="{61FDC48A-99B4-4EFD-B5D4-0E878BE1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危険地帯 / 初回外部テスト</a:t>
            </a:r>
          </a:p>
        </p:txBody>
      </p:sp>
      <p:sp>
        <p:nvSpPr>
          <p:cNvPr id="26" name="text-0381">
            <a:extLst xmlns:a="http://schemas.openxmlformats.org/drawingml/2006/main">
              <a:ext uri="{FF2B5EF4-FFF2-40B4-BE49-F238E27FC236}">
                <a16:creationId xmlns:a16="http://schemas.microsoft.com/office/drawing/2014/main" id="{5DAB82D0-DBA8-4DD1-88C9-0D6A5A03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完了判定</a:t>
            </a:r>
          </a:p>
        </p:txBody>
      </p:sp>
      <p:sp>
        <p:nvSpPr>
          <p:cNvPr id="27" name="text-0382">
            <a:extLst xmlns:a="http://schemas.openxmlformats.org/drawingml/2006/main">
              <a:ext uri="{FF2B5EF4-FFF2-40B4-BE49-F238E27FC236}">
                <a16:creationId xmlns:a16="http://schemas.microsoft.com/office/drawing/2014/main" id="{C2B1A3B5-0A4E-46F7-A11E-EC3BE41F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38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初見が目的と差を説明</a:t>
            </a:r>
          </a:p>
        </p:txBody>
      </p:sp>
      <p:sp>
        <p:nvSpPr>
          <p:cNvPr id="28" name="text-0383">
            <a:extLst xmlns:a="http://schemas.openxmlformats.org/drawingml/2006/main">
              <a:ext uri="{FF2B5EF4-FFF2-40B4-BE49-F238E27FC236}">
                <a16:creationId xmlns:a16="http://schemas.microsoft.com/office/drawing/2014/main" id="{8B0FF6D1-34A0-49B9-B131-D13B1A6E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M6  /  9月1–30日</a:t>
            </a:r>
          </a:p>
        </p:txBody>
      </p:sp>
      <p:sp>
        <p:nvSpPr>
          <p:cNvPr id="29" name="text-0384">
            <a:extLst xmlns:a="http://schemas.openxmlformats.org/drawingml/2006/main">
              <a:ext uri="{FF2B5EF4-FFF2-40B4-BE49-F238E27FC236}">
                <a16:creationId xmlns:a16="http://schemas.microsoft.com/office/drawing/2014/main" id="{A94FA1E0-69B2-4977-9165-D64849D9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直して、提出する</a:t>
            </a:r>
          </a:p>
        </p:txBody>
      </p:sp>
      <p:sp>
        <p:nvSpPr>
          <p:cNvPr id="30" name="shape-0385">
            <a:extLst xmlns:a="http://schemas.openxmlformats.org/drawingml/2006/main">
              <a:ext uri="{FF2B5EF4-FFF2-40B4-BE49-F238E27FC236}">
                <a16:creationId xmlns:a16="http://schemas.microsoft.com/office/drawing/2014/main" id="{866A941A-FB04-47A3-BD3E-9DAD592C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90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386">
            <a:extLst xmlns:a="http://schemas.openxmlformats.org/drawingml/2006/main">
              <a:ext uri="{FF2B5EF4-FFF2-40B4-BE49-F238E27FC236}">
                <a16:creationId xmlns:a16="http://schemas.microsoft.com/office/drawing/2014/main" id="{3536BF1E-2CD7-487F-9482-2827D37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不具合 / バランス / 負荷を修正</a:t>
            </a:r>
          </a:p>
        </p:txBody>
      </p:sp>
      <p:sp>
        <p:nvSpPr>
          <p:cNvPr id="32" name="shape-0387">
            <a:extLst xmlns:a="http://schemas.openxmlformats.org/drawingml/2006/main">
              <a:ext uri="{FF2B5EF4-FFF2-40B4-BE49-F238E27FC236}">
                <a16:creationId xmlns:a16="http://schemas.microsoft.com/office/drawing/2014/main" id="{EFE43A3A-2E12-4E9A-A580-8AA3699C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9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0388">
            <a:extLst xmlns:a="http://schemas.openxmlformats.org/drawingml/2006/main">
              <a:ext uri="{FF2B5EF4-FFF2-40B4-BE49-F238E27FC236}">
                <a16:creationId xmlns:a16="http://schemas.microsoft.com/office/drawing/2014/main" id="{AA33D454-3727-4DA4-B74E-23E9B118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外部再テストと記録整理</a:t>
            </a:r>
          </a:p>
        </p:txBody>
      </p:sp>
      <p:sp>
        <p:nvSpPr>
          <p:cNvPr id="34" name="shape-0389">
            <a:extLst xmlns:a="http://schemas.openxmlformats.org/drawingml/2006/main">
              <a:ext uri="{FF2B5EF4-FFF2-40B4-BE49-F238E27FC236}">
                <a16:creationId xmlns:a16="http://schemas.microsoft.com/office/drawing/2014/main" id="{72568AEA-0F99-4FE4-AA23-21A44674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29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0390">
            <a:extLst xmlns:a="http://schemas.openxmlformats.org/drawingml/2006/main">
              <a:ext uri="{FF2B5EF4-FFF2-40B4-BE49-F238E27FC236}">
                <a16:creationId xmlns:a16="http://schemas.microsoft.com/office/drawing/2014/main" id="{C7A6AF0A-B338-47F0-AD76-E658E462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Windows build / 動画 / 論文</a:t>
            </a:r>
          </a:p>
        </p:txBody>
      </p:sp>
      <p:sp>
        <p:nvSpPr>
          <p:cNvPr id="36" name="text-0391">
            <a:extLst xmlns:a="http://schemas.openxmlformats.org/drawingml/2006/main">
              <a:ext uri="{FF2B5EF4-FFF2-40B4-BE49-F238E27FC236}">
                <a16:creationId xmlns:a16="http://schemas.microsoft.com/office/drawing/2014/main" id="{DC8D8A97-0D74-4470-B1BB-B0A9505C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完了判定</a:t>
            </a:r>
          </a:p>
        </p:txBody>
      </p:sp>
      <p:sp>
        <p:nvSpPr>
          <p:cNvPr id="37" name="text-0392">
            <a:extLst xmlns:a="http://schemas.openxmlformats.org/drawingml/2006/main">
              <a:ext uri="{FF2B5EF4-FFF2-40B4-BE49-F238E27FC236}">
                <a16:creationId xmlns:a16="http://schemas.microsoft.com/office/drawing/2014/main" id="{BB87F440-ED20-4964-8342-726BAE9B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提出用ビルドと根拠を保存</a:t>
            </a:r>
          </a:p>
        </p:txBody>
      </p:sp>
      <p:sp>
        <p:nvSpPr>
          <p:cNvPr id="38" name="shape-0393">
            <a:extLst xmlns:a="http://schemas.openxmlformats.org/drawingml/2006/main">
              <a:ext uri="{FF2B5EF4-FFF2-40B4-BE49-F238E27FC236}">
                <a16:creationId xmlns:a16="http://schemas.microsoft.com/office/drawing/2014/main" id="{C2FF0E48-1EDA-40F1-8F94-578E83FD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725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0394">
            <a:extLst xmlns:a="http://schemas.openxmlformats.org/drawingml/2006/main">
              <a:ext uri="{FF2B5EF4-FFF2-40B4-BE49-F238E27FC236}">
                <a16:creationId xmlns:a16="http://schemas.microsoft.com/office/drawing/2014/main" id="{7457D03B-6772-4877-9E06-7BDE315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8月31日で機能追加を凍結。9月は修正・検証・提出物に使う。</a:t>
            </a:r>
          </a:p>
        </p:txBody>
      </p:sp>
    </p:spTree>
    <p:extLst>
      <p:ext uri="{BB962C8B-B14F-4D97-AF65-F5344CB8AC3E}">
        <p14:creationId xmlns:p14="http://schemas.microsoft.com/office/powerpoint/2010/main" val="14575709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95">
            <a:extLst xmlns:a="http://schemas.openxmlformats.org/drawingml/2006/main">
              <a:ext uri="{FF2B5EF4-FFF2-40B4-BE49-F238E27FC236}">
                <a16:creationId xmlns:a16="http://schemas.microsoft.com/office/drawing/2014/main" id="{5F2EE631-5C92-42CF-B855-3E79A614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96">
            <a:extLst xmlns:a="http://schemas.openxmlformats.org/drawingml/2006/main">
              <a:ext uri="{FF2B5EF4-FFF2-40B4-BE49-F238E27FC236}">
                <a16:creationId xmlns:a16="http://schemas.microsoft.com/office/drawing/2014/main" id="{D712CBF2-D762-446C-AB1E-709ECC6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11週間を、六つの完成判定で区切る</a:t>
            </a:r>
          </a:p>
        </p:txBody>
      </p:sp>
      <p:sp>
        <p:nvSpPr>
          <p:cNvPr id="3" name="rule-0397">
            <a:extLst xmlns:a="http://schemas.openxmlformats.org/drawingml/2006/main">
              <a:ext uri="{FF2B5EF4-FFF2-40B4-BE49-F238E27FC236}">
                <a16:creationId xmlns:a16="http://schemas.microsoft.com/office/drawing/2014/main" id="{5A0AEDE1-9722-4D8B-B098-A0012B0A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98">
            <a:extLst xmlns:a="http://schemas.openxmlformats.org/drawingml/2006/main">
              <a:ext uri="{FF2B5EF4-FFF2-40B4-BE49-F238E27FC236}">
                <a16:creationId xmlns:a16="http://schemas.microsoft.com/office/drawing/2014/main" id="{D6522BD6-2573-4E0B-A22C-C99C77E5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99">
            <a:extLst xmlns:a="http://schemas.openxmlformats.org/drawingml/2006/main">
              <a:ext uri="{FF2B5EF4-FFF2-40B4-BE49-F238E27FC236}">
                <a16:creationId xmlns:a16="http://schemas.microsoft.com/office/drawing/2014/main" id="{6A1EF54F-EE0F-4EB0-AD8A-ED0EBA87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6" name="rule-0400">
            <a:extLst xmlns:a="http://schemas.openxmlformats.org/drawingml/2006/main">
              <a:ext uri="{FF2B5EF4-FFF2-40B4-BE49-F238E27FC236}">
                <a16:creationId xmlns:a16="http://schemas.microsoft.com/office/drawing/2014/main" id="{E2A38986-5255-4CA8-B9F8-11DE9D3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563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401">
            <a:extLst xmlns:a="http://schemas.openxmlformats.org/drawingml/2006/main">
              <a:ext uri="{FF2B5EF4-FFF2-40B4-BE49-F238E27FC236}">
                <a16:creationId xmlns:a16="http://schemas.microsoft.com/office/drawing/2014/main" id="{8FF5AD13-5F72-45EF-83FD-54BC6F21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7/14–7/20</a:t>
            </a:r>
          </a:p>
        </p:txBody>
      </p:sp>
      <p:sp>
        <p:nvSpPr>
          <p:cNvPr id="8" name="shape-0402">
            <a:extLst xmlns:a="http://schemas.openxmlformats.org/drawingml/2006/main">
              <a:ext uri="{FF2B5EF4-FFF2-40B4-BE49-F238E27FC236}">
                <a16:creationId xmlns:a16="http://schemas.microsoft.com/office/drawing/2014/main" id="{29004C84-7E91-47E4-B2EA-B173C90C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403">
            <a:extLst xmlns:a="http://schemas.openxmlformats.org/drawingml/2006/main">
              <a:ext uri="{FF2B5EF4-FFF2-40B4-BE49-F238E27FC236}">
                <a16:creationId xmlns:a16="http://schemas.microsoft.com/office/drawing/2014/main" id="{7066C4C1-F315-469E-AE23-6785AC18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-0404">
            <a:extLst xmlns:a="http://schemas.openxmlformats.org/drawingml/2006/main">
              <a:ext uri="{FF2B5EF4-FFF2-40B4-BE49-F238E27FC236}">
                <a16:creationId xmlns:a16="http://schemas.microsoft.com/office/drawing/2014/main" id="{A15ECF2F-72F1-4119-95FA-37F131BC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画面確定</a:t>
            </a:r>
          </a:p>
        </p:txBody>
      </p:sp>
      <p:sp>
        <p:nvSpPr>
          <p:cNvPr id="11" name="text-0405">
            <a:extLst xmlns:a="http://schemas.openxmlformats.org/drawingml/2006/main">
              <a:ext uri="{FF2B5EF4-FFF2-40B4-BE49-F238E27FC236}">
                <a16:creationId xmlns:a16="http://schemas.microsoft.com/office/drawing/2014/main" id="{00CA59BE-4BDC-4759-9691-91495020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Game View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共有カメラ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Eggybot表示</a:t>
            </a:r>
          </a:p>
        </p:txBody>
      </p:sp>
      <p:sp>
        <p:nvSpPr>
          <p:cNvPr id="12" name="text-0406">
            <a:extLst xmlns:a="http://schemas.openxmlformats.org/drawingml/2006/main">
              <a:ext uri="{FF2B5EF4-FFF2-40B4-BE49-F238E27FC236}">
                <a16:creationId xmlns:a16="http://schemas.microsoft.com/office/drawing/2014/main" id="{E4220EEA-2930-4FE7-A7D8-F8878425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7/21–7/31</a:t>
            </a:r>
          </a:p>
        </p:txBody>
      </p:sp>
      <p:sp>
        <p:nvSpPr>
          <p:cNvPr id="13" name="shape-0407">
            <a:extLst xmlns:a="http://schemas.openxmlformats.org/drawingml/2006/main">
              <a:ext uri="{FF2B5EF4-FFF2-40B4-BE49-F238E27FC236}">
                <a16:creationId xmlns:a16="http://schemas.microsoft.com/office/drawing/2014/main" id="{C6B639DC-C728-4784-AD48-22770420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408">
            <a:extLst xmlns:a="http://schemas.openxmlformats.org/drawingml/2006/main">
              <a:ext uri="{FF2B5EF4-FFF2-40B4-BE49-F238E27FC236}">
                <a16:creationId xmlns:a16="http://schemas.microsoft.com/office/drawing/2014/main" id="{C4626FC3-95E1-44E6-8CB2-91ACBBB9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5" name="text-0409">
            <a:extLst xmlns:a="http://schemas.openxmlformats.org/drawingml/2006/main">
              <a:ext uri="{FF2B5EF4-FFF2-40B4-BE49-F238E27FC236}">
                <a16:creationId xmlns:a16="http://schemas.microsoft.com/office/drawing/2014/main" id="{25539181-83A4-47EE-887D-EF82B6ED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一試合</a:t>
            </a:r>
          </a:p>
        </p:txBody>
      </p:sp>
      <p:sp>
        <p:nvSpPr>
          <p:cNvPr id="16" name="text-0410">
            <a:extLst xmlns:a="http://schemas.openxmlformats.org/drawingml/2006/main">
              <a:ext uri="{FF2B5EF4-FFF2-40B4-BE49-F238E27FC236}">
                <a16:creationId xmlns:a16="http://schemas.microsoft.com/office/drawing/2014/main" id="{6E47BEC6-2677-4ECF-A531-1D1D3A53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2人入力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KO・復帰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90秒完走</a:t>
            </a:r>
          </a:p>
        </p:txBody>
      </p:sp>
      <p:sp>
        <p:nvSpPr>
          <p:cNvPr id="17" name="text-0411">
            <a:extLst xmlns:a="http://schemas.openxmlformats.org/drawingml/2006/main">
              <a:ext uri="{FF2B5EF4-FFF2-40B4-BE49-F238E27FC236}">
                <a16:creationId xmlns:a16="http://schemas.microsoft.com/office/drawing/2014/main" id="{C0790E2C-29FD-4342-82DC-F8412841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B400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4B400"/>
                </a:solidFill>
                <a:latin typeface="Consolas"/>
                <a:ea typeface="Consolas"/>
                <a:cs typeface="Consolas"/>
              </a:rPr>
              <a:t>8/1–8/15</a:t>
            </a:r>
          </a:p>
        </p:txBody>
      </p:sp>
      <p:sp>
        <p:nvSpPr>
          <p:cNvPr id="18" name="shape-0412">
            <a:extLst xmlns:a="http://schemas.openxmlformats.org/drawingml/2006/main">
              <a:ext uri="{FF2B5EF4-FFF2-40B4-BE49-F238E27FC236}">
                <a16:creationId xmlns:a16="http://schemas.microsoft.com/office/drawing/2014/main" id="{EF2DF234-B0B0-4AF4-9468-3C85BCAE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413">
            <a:extLst xmlns:a="http://schemas.openxmlformats.org/drawingml/2006/main">
              <a:ext uri="{FF2B5EF4-FFF2-40B4-BE49-F238E27FC236}">
                <a16:creationId xmlns:a16="http://schemas.microsoft.com/office/drawing/2014/main" id="{04C29F65-928E-4FB7-9E0C-32CA666E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0" name="text-0414">
            <a:extLst xmlns:a="http://schemas.openxmlformats.org/drawingml/2006/main">
              <a:ext uri="{FF2B5EF4-FFF2-40B4-BE49-F238E27FC236}">
                <a16:creationId xmlns:a16="http://schemas.microsoft.com/office/drawing/2014/main" id="{D6819EDB-46F5-42A0-BD00-82C46FC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選択</a:t>
            </a:r>
          </a:p>
        </p:txBody>
      </p:sp>
      <p:sp>
        <p:nvSpPr>
          <p:cNvPr id="21" name="text-0415">
            <a:extLst xmlns:a="http://schemas.openxmlformats.org/drawingml/2006/main">
              <a:ext uri="{FF2B5EF4-FFF2-40B4-BE49-F238E27FC236}">
                <a16:creationId xmlns:a16="http://schemas.microsoft.com/office/drawing/2014/main" id="{1E18BD82-6745-4182-BCD5-54462879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3系統スキル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ドラフトUI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衝突演出</a:t>
            </a:r>
          </a:p>
        </p:txBody>
      </p:sp>
      <p:sp>
        <p:nvSpPr>
          <p:cNvPr id="22" name="text-0416">
            <a:extLst xmlns:a="http://schemas.openxmlformats.org/drawingml/2006/main">
              <a:ext uri="{FF2B5EF4-FFF2-40B4-BE49-F238E27FC236}">
                <a16:creationId xmlns:a16="http://schemas.microsoft.com/office/drawing/2014/main" id="{CC209E73-D430-439C-B727-AD781EED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6353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6353D"/>
                </a:solidFill>
                <a:latin typeface="Consolas"/>
                <a:ea typeface="Consolas"/>
                <a:cs typeface="Consolas"/>
              </a:rPr>
              <a:t>8/16–8/31</a:t>
            </a:r>
          </a:p>
        </p:txBody>
      </p:sp>
      <p:sp>
        <p:nvSpPr>
          <p:cNvPr id="23" name="shape-0417">
            <a:extLst xmlns:a="http://schemas.openxmlformats.org/drawingml/2006/main">
              <a:ext uri="{FF2B5EF4-FFF2-40B4-BE49-F238E27FC236}">
                <a16:creationId xmlns:a16="http://schemas.microsoft.com/office/drawing/2014/main" id="{606BA082-6215-4C8E-B1BD-C64D545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418">
            <a:extLst xmlns:a="http://schemas.openxmlformats.org/drawingml/2006/main">
              <a:ext uri="{FF2B5EF4-FFF2-40B4-BE49-F238E27FC236}">
                <a16:creationId xmlns:a16="http://schemas.microsoft.com/office/drawing/2014/main" id="{5F26091A-7D2E-4B44-8324-F3CE0700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5" name="text-0419">
            <a:extLst xmlns:a="http://schemas.openxmlformats.org/drawingml/2006/main">
              <a:ext uri="{FF2B5EF4-FFF2-40B4-BE49-F238E27FC236}">
                <a16:creationId xmlns:a16="http://schemas.microsoft.com/office/drawing/2014/main" id="{F924B9C6-A80B-4A85-9BCC-59A2826F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初回テスト</a:t>
            </a:r>
          </a:p>
        </p:txBody>
      </p:sp>
      <p:sp>
        <p:nvSpPr>
          <p:cNvPr id="26" name="text-0420">
            <a:extLst xmlns:a="http://schemas.openxmlformats.org/drawingml/2006/main">
              <a:ext uri="{FF2B5EF4-FFF2-40B4-BE49-F238E27FC236}">
                <a16:creationId xmlns:a16="http://schemas.microsoft.com/office/drawing/2014/main" id="{3B0F02A1-7F97-42A9-9296-A2C97DE7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初見テスト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指標を記録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8/31凍結</a:t>
            </a:r>
          </a:p>
        </p:txBody>
      </p:sp>
      <p:sp>
        <p:nvSpPr>
          <p:cNvPr id="27" name="text-0421">
            <a:extLst xmlns:a="http://schemas.openxmlformats.org/drawingml/2006/main">
              <a:ext uri="{FF2B5EF4-FFF2-40B4-BE49-F238E27FC236}">
                <a16:creationId xmlns:a16="http://schemas.microsoft.com/office/drawing/2014/main" id="{DB06EED5-CFFF-47A4-9661-C3CEBE37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9/1–9/15</a:t>
            </a:r>
          </a:p>
        </p:txBody>
      </p:sp>
      <p:sp>
        <p:nvSpPr>
          <p:cNvPr id="28" name="shape-0422">
            <a:extLst xmlns:a="http://schemas.openxmlformats.org/drawingml/2006/main">
              <a:ext uri="{FF2B5EF4-FFF2-40B4-BE49-F238E27FC236}">
                <a16:creationId xmlns:a16="http://schemas.microsoft.com/office/drawing/2014/main" id="{D0F3E8DC-853C-4540-A23B-1EC8CE56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0423">
            <a:extLst xmlns:a="http://schemas.openxmlformats.org/drawingml/2006/main">
              <a:ext uri="{FF2B5EF4-FFF2-40B4-BE49-F238E27FC236}">
                <a16:creationId xmlns:a16="http://schemas.microsoft.com/office/drawing/2014/main" id="{5A9B6263-1B1E-4DE5-8FBB-38DEFA3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30" name="text-0424">
            <a:extLst xmlns:a="http://schemas.openxmlformats.org/drawingml/2006/main">
              <a:ext uri="{FF2B5EF4-FFF2-40B4-BE49-F238E27FC236}">
                <a16:creationId xmlns:a16="http://schemas.microsoft.com/office/drawing/2014/main" id="{A92E2B76-159F-4E27-86C4-E1037C21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品質</a:t>
            </a:r>
          </a:p>
        </p:txBody>
      </p:sp>
      <p:sp>
        <p:nvSpPr>
          <p:cNvPr id="31" name="text-0425">
            <a:extLst xmlns:a="http://schemas.openxmlformats.org/drawingml/2006/main">
              <a:ext uri="{FF2B5EF4-FFF2-40B4-BE49-F238E27FC236}">
                <a16:creationId xmlns:a16="http://schemas.microsoft.com/office/drawing/2014/main" id="{80F286D3-1085-4B0A-A025-F8E85F0E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不具合修正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バランス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負荷確認</a:t>
            </a:r>
          </a:p>
        </p:txBody>
      </p:sp>
      <p:sp>
        <p:nvSpPr>
          <p:cNvPr id="32" name="text-0426">
            <a:extLst xmlns:a="http://schemas.openxmlformats.org/drawingml/2006/main">
              <a:ext uri="{FF2B5EF4-FFF2-40B4-BE49-F238E27FC236}">
                <a16:creationId xmlns:a16="http://schemas.microsoft.com/office/drawing/2014/main" id="{B9ACA21A-C7F2-4658-ADED-1CA73D00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5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9/16–9/30</a:t>
            </a:r>
          </a:p>
        </p:txBody>
      </p:sp>
      <p:sp>
        <p:nvSpPr>
          <p:cNvPr id="33" name="shape-0427">
            <a:extLst xmlns:a="http://schemas.openxmlformats.org/drawingml/2006/main">
              <a:ext uri="{FF2B5EF4-FFF2-40B4-BE49-F238E27FC236}">
                <a16:creationId xmlns:a16="http://schemas.microsoft.com/office/drawing/2014/main" id="{832730E5-0E16-4C1A-ADD5-174DF5F7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171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0428">
            <a:extLst xmlns:a="http://schemas.openxmlformats.org/drawingml/2006/main">
              <a:ext uri="{FF2B5EF4-FFF2-40B4-BE49-F238E27FC236}">
                <a16:creationId xmlns:a16="http://schemas.microsoft.com/office/drawing/2014/main" id="{5C3EC140-F6AC-4773-B757-F65B511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209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35" name="text-0429">
            <a:extLst xmlns:a="http://schemas.openxmlformats.org/drawingml/2006/main">
              <a:ext uri="{FF2B5EF4-FFF2-40B4-BE49-F238E27FC236}">
                <a16:creationId xmlns:a16="http://schemas.microsoft.com/office/drawing/2014/main" id="{D3966D26-C39B-4BB5-B86E-DCC4419E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860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提出</a:t>
            </a:r>
          </a:p>
        </p:txBody>
      </p:sp>
      <p:sp>
        <p:nvSpPr>
          <p:cNvPr id="36" name="text-0430">
            <a:extLst xmlns:a="http://schemas.openxmlformats.org/drawingml/2006/main">
              <a:ext uri="{FF2B5EF4-FFF2-40B4-BE49-F238E27FC236}">
                <a16:creationId xmlns:a16="http://schemas.microsoft.com/office/drawing/2014/main" id="{994E43B7-ACBB-43AB-9B8E-6EA8E56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581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外部再テスト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Windows build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動画・論文</a:t>
            </a:r>
          </a:p>
        </p:txBody>
      </p:sp>
      <p:sp>
        <p:nvSpPr>
          <p:cNvPr id="37" name="shape-0431">
            <a:extLst xmlns:a="http://schemas.openxmlformats.org/drawingml/2006/main">
              <a:ext uri="{FF2B5EF4-FFF2-40B4-BE49-F238E27FC236}">
                <a16:creationId xmlns:a16="http://schemas.microsoft.com/office/drawing/2014/main" id="{F08BDBB8-F453-48FD-AD8F-4CA963E6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2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0432">
            <a:extLst xmlns:a="http://schemas.openxmlformats.org/drawingml/2006/main">
              <a:ext uri="{FF2B5EF4-FFF2-40B4-BE49-F238E27FC236}">
                <a16:creationId xmlns:a16="http://schemas.microsoft.com/office/drawing/2014/main" id="{1CABC5D6-0E29-422A-BBBB-556C9651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削る順</a:t>
            </a:r>
          </a:p>
        </p:txBody>
      </p:sp>
      <p:sp>
        <p:nvSpPr>
          <p:cNvPr id="39" name="text-0433">
            <a:extLst xmlns:a="http://schemas.openxmlformats.org/drawingml/2006/main">
              <a:ext uri="{FF2B5EF4-FFF2-40B4-BE49-F238E27FC236}">
                <a16:creationId xmlns:a16="http://schemas.microsoft.com/office/drawing/2014/main" id="{248D398A-5881-4DBA-B4D3-5348B2CC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小物 → 演出 → スキル数</a:t>
            </a:r>
          </a:p>
        </p:txBody>
      </p:sp>
      <p:sp>
        <p:nvSpPr>
          <p:cNvPr id="40" name="rule-0434">
            <a:extLst xmlns:a="http://schemas.openxmlformats.org/drawingml/2006/main">
              <a:ext uri="{FF2B5EF4-FFF2-40B4-BE49-F238E27FC236}">
                <a16:creationId xmlns:a16="http://schemas.microsoft.com/office/drawing/2014/main" id="{5E808F9A-DB51-4A34-BE06-3A7C0DBB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0435">
            <a:extLst xmlns:a="http://schemas.openxmlformats.org/drawingml/2006/main">
              <a:ext uri="{FF2B5EF4-FFF2-40B4-BE49-F238E27FC236}">
                <a16:creationId xmlns:a16="http://schemas.microsoft.com/office/drawing/2014/main" id="{77265153-A5F8-44CD-97B9-D418C882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残す核</a:t>
            </a:r>
          </a:p>
        </p:txBody>
      </p:sp>
      <p:sp>
        <p:nvSpPr>
          <p:cNvPr id="42" name="text-0436">
            <a:extLst xmlns:a="http://schemas.openxmlformats.org/drawingml/2006/main">
              <a:ext uri="{FF2B5EF4-FFF2-40B4-BE49-F238E27FC236}">
                <a16:creationId xmlns:a16="http://schemas.microsoft.com/office/drawing/2014/main" id="{8CBAFE02-AA0A-42FD-9EB5-F3876808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2人対戦 / 1試合完走 / 外部テスト</a:t>
            </a:r>
          </a:p>
        </p:txBody>
      </p:sp>
    </p:spTree>
    <p:extLst>
      <p:ext uri="{BB962C8B-B14F-4D97-AF65-F5344CB8AC3E}">
        <p14:creationId xmlns:p14="http://schemas.microsoft.com/office/powerpoint/2010/main" val="1549797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84C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437">
            <a:extLst xmlns:a="http://schemas.openxmlformats.org/drawingml/2006/main">
              <a:ext uri="{FF2B5EF4-FFF2-40B4-BE49-F238E27FC236}">
                <a16:creationId xmlns:a16="http://schemas.microsoft.com/office/drawing/2014/main" id="{8F678597-8C5D-4E67-9CF6-65F64FE5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目標は、読める対戦と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再現できる制作。</a:t>
            </a:r>
          </a:p>
        </p:txBody>
      </p:sp>
      <p:sp>
        <p:nvSpPr>
          <p:cNvPr id="2" name="rule-0438">
            <a:extLst xmlns:a="http://schemas.openxmlformats.org/drawingml/2006/main">
              <a:ext uri="{FF2B5EF4-FFF2-40B4-BE49-F238E27FC236}">
                <a16:creationId xmlns:a16="http://schemas.microsoft.com/office/drawing/2014/main" id="{889AE27A-E4C1-43D3-A5CF-8A04DF17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439">
            <a:extLst xmlns:a="http://schemas.openxmlformats.org/drawingml/2006/main">
              <a:ext uri="{FF2B5EF4-FFF2-40B4-BE49-F238E27FC236}">
                <a16:creationId xmlns:a16="http://schemas.microsoft.com/office/drawing/2014/main" id="{81CDE009-ED3B-4250-B5FD-D566D256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4" name="text-0440">
            <a:extLst xmlns:a="http://schemas.openxmlformats.org/drawingml/2006/main">
              <a:ext uri="{FF2B5EF4-FFF2-40B4-BE49-F238E27FC236}">
                <a16:creationId xmlns:a16="http://schemas.microsoft.com/office/drawing/2014/main" id="{CEF6EB93-B561-4981-9AFB-1007F8F4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共有視点の2.5D、90秒の試合、選択が見えるスキル</a:t>
            </a:r>
          </a:p>
        </p:txBody>
      </p:sp>
      <p:sp>
        <p:nvSpPr>
          <p:cNvPr id="5" name="text-0441">
            <a:extLst xmlns:a="http://schemas.openxmlformats.org/drawingml/2006/main">
              <a:ext uri="{FF2B5EF4-FFF2-40B4-BE49-F238E27FC236}">
                <a16:creationId xmlns:a16="http://schemas.microsoft.com/office/drawing/2014/main" id="{209359DC-939D-4E5D-9C99-C58E383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制作方法</a:t>
            </a:r>
          </a:p>
        </p:txBody>
      </p:sp>
      <p:sp>
        <p:nvSpPr>
          <p:cNvPr id="6" name="text-0442">
            <a:extLst xmlns:a="http://schemas.openxmlformats.org/drawingml/2006/main">
              <a:ext uri="{FF2B5EF4-FFF2-40B4-BE49-F238E27FC236}">
                <a16:creationId xmlns:a16="http://schemas.microsoft.com/office/drawing/2014/main" id="{0B763ADA-6D0F-4C2D-A47E-B72A5696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複数AI、Editor MCP、API、51 Skill、24 Agent、26 Hook</a:t>
            </a:r>
          </a:p>
        </p:txBody>
      </p:sp>
      <p:sp>
        <p:nvSpPr>
          <p:cNvPr id="7" name="text-0443">
            <a:extLst xmlns:a="http://schemas.openxmlformats.org/drawingml/2006/main">
              <a:ext uri="{FF2B5EF4-FFF2-40B4-BE49-F238E27FC236}">
                <a16:creationId xmlns:a16="http://schemas.microsoft.com/office/drawing/2014/main" id="{5B33F573-D258-431A-90DD-3D02DF96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8" name="text-0444">
            <a:extLst xmlns:a="http://schemas.openxmlformats.org/drawingml/2006/main">
              <a:ext uri="{FF2B5EF4-FFF2-40B4-BE49-F238E27FC236}">
                <a16:creationId xmlns:a16="http://schemas.microsoft.com/office/drawing/2014/main" id="{4C535BB8-54D5-4306-A340-B3497B20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遊びの理解度と、制作工程の再現性を分けて測る</a:t>
            </a:r>
          </a:p>
        </p:txBody>
      </p:sp>
      <p:sp>
        <p:nvSpPr>
          <p:cNvPr id="9" name="text-0445">
            <a:extLst xmlns:a="http://schemas.openxmlformats.org/drawingml/2006/main">
              <a:ext uri="{FF2B5EF4-FFF2-40B4-BE49-F238E27FC236}">
                <a16:creationId xmlns:a16="http://schemas.microsoft.com/office/drawing/2014/main" id="{A4E03DC3-FC61-4BEE-B211-3AFFFF9E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286662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446">
            <a:extLst xmlns:a="http://schemas.openxmlformats.org/drawingml/2006/main">
              <a:ext uri="{FF2B5EF4-FFF2-40B4-BE49-F238E27FC236}">
                <a16:creationId xmlns:a16="http://schemas.microsoft.com/office/drawing/2014/main" id="{478A523A-1808-49DD-B6C3-BD682E51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447">
            <a:extLst xmlns:a="http://schemas.openxmlformats.org/drawingml/2006/main">
              <a:ext uri="{FF2B5EF4-FFF2-40B4-BE49-F238E27FC236}">
                <a16:creationId xmlns:a16="http://schemas.microsoft.com/office/drawing/2014/main" id="{3921AC79-DA8C-439E-987F-B308F6B9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現在の構成を、数字と実装状況で確認する</a:t>
            </a:r>
          </a:p>
        </p:txBody>
      </p:sp>
      <p:sp>
        <p:nvSpPr>
          <p:cNvPr id="3" name="rule-0448">
            <a:extLst xmlns:a="http://schemas.openxmlformats.org/drawingml/2006/main">
              <a:ext uri="{FF2B5EF4-FFF2-40B4-BE49-F238E27FC236}">
                <a16:creationId xmlns:a16="http://schemas.microsoft.com/office/drawing/2014/main" id="{9DFA9833-4F4C-4A3D-976B-371278A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449">
            <a:extLst xmlns:a="http://schemas.openxmlformats.org/drawingml/2006/main">
              <a:ext uri="{FF2B5EF4-FFF2-40B4-BE49-F238E27FC236}">
                <a16:creationId xmlns:a16="http://schemas.microsoft.com/office/drawing/2014/main" id="{59A3BCCD-23FD-4CFF-A4B3-3F1DA279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450">
            <a:extLst xmlns:a="http://schemas.openxmlformats.org/drawingml/2006/main">
              <a:ext uri="{FF2B5EF4-FFF2-40B4-BE49-F238E27FC236}">
                <a16:creationId xmlns:a16="http://schemas.microsoft.com/office/drawing/2014/main" id="{75B03C10-E2FB-40E0-8F68-DE52C3D5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6" name="text-0451">
            <a:extLst xmlns:a="http://schemas.openxmlformats.org/drawingml/2006/main">
              <a:ext uri="{FF2B5EF4-FFF2-40B4-BE49-F238E27FC236}">
                <a16:creationId xmlns:a16="http://schemas.microsoft.com/office/drawing/2014/main" id="{110A58A7-76D8-451B-BC28-1C4DD16D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text-0452">
            <a:extLst xmlns:a="http://schemas.openxmlformats.org/drawingml/2006/main">
              <a:ext uri="{FF2B5EF4-FFF2-40B4-BE49-F238E27FC236}">
                <a16:creationId xmlns:a16="http://schemas.microsoft.com/office/drawing/2014/main" id="{81E24097-7F4C-435A-B968-57E6FFAF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Skill種類</a:t>
            </a:r>
          </a:p>
        </p:txBody>
      </p:sp>
      <p:sp>
        <p:nvSpPr>
          <p:cNvPr id="8" name="text-0453">
            <a:extLst xmlns:a="http://schemas.openxmlformats.org/drawingml/2006/main">
              <a:ext uri="{FF2B5EF4-FFF2-40B4-BE49-F238E27FC236}">
                <a16:creationId xmlns:a16="http://schemas.microsoft.com/office/drawing/2014/main" id="{01A261B2-D037-411F-861D-AFEF89C1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9" name="text-0454">
            <a:extLst xmlns:a="http://schemas.openxmlformats.org/drawingml/2006/main">
              <a:ext uri="{FF2B5EF4-FFF2-40B4-BE49-F238E27FC236}">
                <a16:creationId xmlns:a16="http://schemas.microsoft.com/office/drawing/2014/main" id="{35C9851F-391A-488C-BD62-68254965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Agent定義</a:t>
            </a:r>
          </a:p>
        </p:txBody>
      </p:sp>
      <p:sp>
        <p:nvSpPr>
          <p:cNvPr id="10" name="text-0455">
            <a:extLst xmlns:a="http://schemas.openxmlformats.org/drawingml/2006/main">
              <a:ext uri="{FF2B5EF4-FFF2-40B4-BE49-F238E27FC236}">
                <a16:creationId xmlns:a16="http://schemas.microsoft.com/office/drawing/2014/main" id="{86A52976-A39D-4D44-9840-CE422AEC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11" name="text-0456">
            <a:extLst xmlns:a="http://schemas.openxmlformats.org/drawingml/2006/main">
              <a:ext uri="{FF2B5EF4-FFF2-40B4-BE49-F238E27FC236}">
                <a16:creationId xmlns:a16="http://schemas.microsoft.com/office/drawing/2014/main" id="{F9F4F639-8764-41B6-B76B-FF0C1379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Hook種類</a:t>
            </a:r>
          </a:p>
        </p:txBody>
      </p:sp>
      <p:sp>
        <p:nvSpPr>
          <p:cNvPr id="12" name="text-0457">
            <a:extLst xmlns:a="http://schemas.openxmlformats.org/drawingml/2006/main">
              <a:ext uri="{FF2B5EF4-FFF2-40B4-BE49-F238E27FC236}">
                <a16:creationId xmlns:a16="http://schemas.microsoft.com/office/drawing/2014/main" id="{DB613E50-EC8F-46BB-B820-A038429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3" name="text-0458">
            <a:extLst xmlns:a="http://schemas.openxmlformats.org/drawingml/2006/main">
              <a:ext uri="{FF2B5EF4-FFF2-40B4-BE49-F238E27FC236}">
                <a16:creationId xmlns:a16="http://schemas.microsoft.com/office/drawing/2014/main" id="{6E232B9B-D4C0-4E5E-ADD7-ADA7C0DE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 MCP</a:t>
            </a:r>
          </a:p>
        </p:txBody>
      </p:sp>
      <p:sp>
        <p:nvSpPr>
          <p:cNvPr id="14" name="text-0459">
            <a:extLst xmlns:a="http://schemas.openxmlformats.org/drawingml/2006/main">
              <a:ext uri="{FF2B5EF4-FFF2-40B4-BE49-F238E27FC236}">
                <a16:creationId xmlns:a16="http://schemas.microsoft.com/office/drawing/2014/main" id="{39258B32-2D96-477A-A79A-289D913D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15" name="text-0460">
            <a:extLst xmlns:a="http://schemas.openxmlformats.org/drawingml/2006/main">
              <a:ext uri="{FF2B5EF4-FFF2-40B4-BE49-F238E27FC236}">
                <a16:creationId xmlns:a16="http://schemas.microsoft.com/office/drawing/2014/main" id="{759D9266-2A3F-488C-B2EB-56FBCFDA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Meshy MCP tools</a:t>
            </a:r>
          </a:p>
        </p:txBody>
      </p:sp>
      <p:sp>
        <p:nvSpPr>
          <p:cNvPr id="16" name="text-0461">
            <a:extLst xmlns:a="http://schemas.openxmlformats.org/drawingml/2006/main">
              <a:ext uri="{FF2B5EF4-FFF2-40B4-BE49-F238E27FC236}">
                <a16:creationId xmlns:a16="http://schemas.microsoft.com/office/drawing/2014/main" id="{B74A7BFF-AC17-45D5-A1AD-9B20C47D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3355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151</a:t>
            </a:r>
          </a:p>
        </p:txBody>
      </p:sp>
      <p:sp>
        <p:nvSpPr>
          <p:cNvPr id="17" name="text-0462">
            <a:extLst xmlns:a="http://schemas.openxmlformats.org/drawingml/2006/main">
              <a:ext uri="{FF2B5EF4-FFF2-40B4-BE49-F238E27FC236}">
                <a16:creationId xmlns:a16="http://schemas.microsoft.com/office/drawing/2014/main" id="{08AA0AA3-3934-4AAE-8732-AF9B4992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14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Bridge行数</a:t>
            </a:r>
          </a:p>
        </p:txBody>
      </p:sp>
      <p:sp>
        <p:nvSpPr>
          <p:cNvPr id="18" name="rule-0463">
            <a:extLst xmlns:a="http://schemas.openxmlformats.org/drawingml/2006/main">
              <a:ext uri="{FF2B5EF4-FFF2-40B4-BE49-F238E27FC236}">
                <a16:creationId xmlns:a16="http://schemas.microsoft.com/office/drawing/2014/main" id="{254C3BC0-372F-44DF-87A9-7864FD80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464">
            <a:extLst xmlns:a="http://schemas.openxmlformats.org/drawingml/2006/main">
              <a:ext uri="{FF2B5EF4-FFF2-40B4-BE49-F238E27FC236}">
                <a16:creationId xmlns:a16="http://schemas.microsoft.com/office/drawing/2014/main" id="{1BF143D4-6745-44F6-9213-2307A95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Unreal移行の現状</a:t>
            </a:r>
          </a:p>
        </p:txBody>
      </p:sp>
      <p:sp>
        <p:nvSpPr>
          <p:cNvPr id="20" name="shape-0465">
            <a:extLst xmlns:a="http://schemas.openxmlformats.org/drawingml/2006/main">
              <a:ext uri="{FF2B5EF4-FFF2-40B4-BE49-F238E27FC236}">
                <a16:creationId xmlns:a16="http://schemas.microsoft.com/office/drawing/2014/main" id="{D2484FB9-20F4-493F-BB6B-7CD6F2F3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466">
            <a:extLst xmlns:a="http://schemas.openxmlformats.org/drawingml/2006/main">
              <a:ext uri="{FF2B5EF4-FFF2-40B4-BE49-F238E27FC236}">
                <a16:creationId xmlns:a16="http://schemas.microsoft.com/office/drawing/2014/main" id="{E96C0C5A-86A7-40CB-81B6-767FF67D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Eggybot FBX移植 / X-Z移動 / Jump / Dash / Knockback</a:t>
            </a:r>
          </a:p>
        </p:txBody>
      </p:sp>
      <p:sp>
        <p:nvSpPr>
          <p:cNvPr id="22" name="shape-0467">
            <a:extLst xmlns:a="http://schemas.openxmlformats.org/drawingml/2006/main">
              <a:ext uri="{FF2B5EF4-FFF2-40B4-BE49-F238E27FC236}">
                <a16:creationId xmlns:a16="http://schemas.microsoft.com/office/drawing/2014/main" id="{5BD6A1D5-20BE-4CA4-881C-58242C6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468">
            <a:extLst xmlns:a="http://schemas.openxmlformats.org/drawingml/2006/main">
              <a:ext uri="{FF2B5EF4-FFF2-40B4-BE49-F238E27FC236}">
                <a16:creationId xmlns:a16="http://schemas.microsoft.com/office/drawing/2014/main" id="{D2E1BD33-67D8-4810-86C7-FA7557BD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専用アリーナ / 共有カメラ / MCP接続</a:t>
            </a:r>
          </a:p>
        </p:txBody>
      </p:sp>
      <p:sp>
        <p:nvSpPr>
          <p:cNvPr id="24" name="shape-0469">
            <a:extLst xmlns:a="http://schemas.openxmlformats.org/drawingml/2006/main">
              <a:ext uri="{FF2B5EF4-FFF2-40B4-BE49-F238E27FC236}">
                <a16:creationId xmlns:a16="http://schemas.microsoft.com/office/drawing/2014/main" id="{6F010ABA-6D5F-4C19-A3C8-83215AFE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470">
            <a:extLst xmlns:a="http://schemas.openxmlformats.org/drawingml/2006/main">
              <a:ext uri="{FF2B5EF4-FFF2-40B4-BE49-F238E27FC236}">
                <a16:creationId xmlns:a16="http://schemas.microsoft.com/office/drawing/2014/main" id="{4D8E0537-2ED9-4E89-BE3E-71820638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未完: 実画角 / Enhanced Input / 2人対戦 / 完走</a:t>
            </a:r>
          </a:p>
        </p:txBody>
      </p:sp>
      <p:sp>
        <p:nvSpPr>
          <p:cNvPr id="26" name="text-0471">
            <a:extLst xmlns:a="http://schemas.openxmlformats.org/drawingml/2006/main">
              <a:ext uri="{FF2B5EF4-FFF2-40B4-BE49-F238E27FC236}">
                <a16:creationId xmlns:a16="http://schemas.microsoft.com/office/drawing/2014/main" id="{E345F7B5-F49A-4408-9FC2-6640D6CE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主な根拠ファイル</a:t>
            </a:r>
          </a:p>
        </p:txBody>
      </p:sp>
      <p:sp>
        <p:nvSpPr>
          <p:cNvPr id="27" name="text-0472">
            <a:extLst xmlns:a="http://schemas.openxmlformats.org/drawingml/2006/main">
              <a:ext uri="{FF2B5EF4-FFF2-40B4-BE49-F238E27FC236}">
                <a16:creationId xmlns:a16="http://schemas.microsoft.com/office/drawing/2014/main" id="{30F69FE6-3E35-4B2F-A5C4-2D1F0CE8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AGENTS.md / CLAUDE.md / RULES.md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.claude/settings.json / .claude/agents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.agents/skills / .codex/hooks / .claude/hooks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Unreal/.../.mcp.json / ChaosDraftPartyUE.uproject</a:t>
            </a:r>
          </a:p>
        </p:txBody>
      </p:sp>
      <p:sp>
        <p:nvSpPr>
          <p:cNvPr id="28" name="text-0473">
            <a:extLst xmlns:a="http://schemas.openxmlformats.org/drawingml/2006/main">
              <a:ext uri="{FF2B5EF4-FFF2-40B4-BE49-F238E27FC236}">
                <a16:creationId xmlns:a16="http://schemas.microsoft.com/office/drawing/2014/main" id="{9729BC04-CAB1-4ED6-8AC0-BA2C5632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72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実測日: 2026-07-14。Skillは重複を除いた種類数、HookはCodex/Claude間の重複を除いた種類数。</a:t>
            </a:r>
          </a:p>
        </p:txBody>
      </p:sp>
    </p:spTree>
    <p:extLst>
      <p:ext uri="{BB962C8B-B14F-4D97-AF65-F5344CB8AC3E}">
        <p14:creationId xmlns:p14="http://schemas.microsoft.com/office/powerpoint/2010/main" val="354967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2026-07-14T04:49:01.2190000Z</dcterms:created>
  <dcterms:modified xsi:type="dcterms:W3CDTF">2026-07-14T04:49:01.2190000Z</dcterms:modified>
</coreProperties>
</file>