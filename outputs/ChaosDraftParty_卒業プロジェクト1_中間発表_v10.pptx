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BIZ UDPGothic" panose="020B0400000000000000" pitchFamily="50" charset="-128"/>
      <p:regular r:id="rId11"/>
      <p:bold r:id="rId12"/>
    </p:embeddedFont>
    <p:embeddedFont>
      <p:font typeface="DotGothic16" panose="02020900000000000000" pitchFamily="18" charset="-128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22111" y="12984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54699" y="12984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87287" y="12984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卒業プロジェクト1 中間発表 / 2026.07.14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AIエージェントとつくる、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ひとりのゲーム開発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41648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― エディタ(開発ツール)をほぼ触らずに、どこまで作れるか 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島田 泰成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東海大学 情報理工学部 情報メディア学科 小坂研究室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研究背景 ― ゲームは 1 人で完成させづらい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1/8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4813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ゲームを 1 本完成させるために必要な仕事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865376"/>
            <a:ext cx="2048256" cy="548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984248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企画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07208" y="1865376"/>
            <a:ext cx="2048256" cy="548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07208" y="1984248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プログラム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65776" y="1865376"/>
            <a:ext cx="2048256" cy="548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65776" y="1984248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3Dアート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24344" y="1865376"/>
            <a:ext cx="2048256" cy="548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24344" y="1984248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レベルデザイン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2912" y="1865376"/>
            <a:ext cx="2048256" cy="548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82912" y="1984248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QA・テスト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48716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専門分野の異なる仕事の集合 ― 1 人で全てを身につけるのは大きな負担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79806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図1 ゲーム開発に必要な仕事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67247" y="2852928"/>
            <a:ext cx="457200" cy="329184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3474720"/>
            <a:ext cx="64008" cy="7772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342900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転機: AI がコード作成からエディタ操作まで担えるように(2026)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専門外の仕事を任せて、1 人でも完成させられる可能性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754880"/>
            <a:ext cx="64008" cy="7772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70916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ただし「どう使えば完成まで行けるか」の実践知見はまだ少ない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→ 本研究: 実際にゲームを 1 本つくり、使い方と限界を確かめる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研究目的 ― エディタをほぼ触らないゲーム開発の検証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2/8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286000"/>
            <a:ext cx="82296" cy="137160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2103120"/>
            <a:ext cx="1054577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エージェントとの分業だけで、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遊べるゲームを 1 人で完成させる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人間の役割は「決める・遊ぶ・判断」の 3 つに限定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61688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8640" y="47274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75030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690872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への指示だけで、遊べるゲームを</a:t>
            </a:r>
            <a:b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どこまで完成させられるか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7274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475030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690872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複数の AI をどう使い分ければ、</a:t>
            </a:r>
            <a:b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 人開発でも品質を保てるか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制作するゲーム ― ChaosDraftParty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3/8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5544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57734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ジャンル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15819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2.5D 対戦アクション(横から見る視点)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0116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03454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プレイ人数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0391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まず 1 人用(CPU の敵と対戦) ― 将来オンライン対戦へ拡張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4688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49174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 ラウンド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4963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約 30 秒 ― 短く繰り返し遊ぶ構造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54680"/>
            <a:ext cx="5989320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5204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遊び方は 5 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97764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選ぶ</a:t>
            </a:r>
            <a:r>
              <a:rPr sz="16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 → </a:t>
            </a:r>
            <a:r>
              <a:rPr sz="19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走る</a:t>
            </a:r>
            <a:r>
              <a:rPr sz="16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 → </a:t>
            </a:r>
            <a:r>
              <a:rPr sz="19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消える</a:t>
            </a:r>
            <a:r>
              <a:rPr sz="16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 → </a:t>
            </a:r>
            <a:r>
              <a:rPr sz="19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ぶつかる</a:t>
            </a:r>
            <a:r>
              <a:rPr sz="16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 → </a:t>
            </a:r>
            <a:r>
              <a:rPr sz="19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生き残る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0916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スキルで強化しながら、消えていく足場の上で</a:t>
            </a:r>
            <a:br>
              <a:rPr sz="13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3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最後の 1 人まで生き残ることを目指す</a:t>
            </a:r>
          </a:p>
        </p:txBody>
      </p:sp>
      <p:pic>
        <p:nvPicPr>
          <p:cNvPr id="32" name="Picture 31" descr="island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54480"/>
            <a:ext cx="4736592" cy="2660904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3" name="TextBox 32"/>
          <p:cNvSpPr txBox="1"/>
          <p:nvPr/>
        </p:nvSpPr>
        <p:spPr>
          <a:xfrm>
            <a:off x="6903720" y="4261104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図2 ステージ「縮む島」(Unity 試作版・俯瞰視点)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　現在 2.5D 横視点で UE5.8 に再構築中</a:t>
            </a:r>
          </a:p>
        </p:txBody>
      </p:sp>
      <p:pic>
        <p:nvPicPr>
          <p:cNvPr id="34" name="Picture 33" descr="eggybot_b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709160"/>
            <a:ext cx="1417320" cy="141732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5" name="TextBox 34"/>
          <p:cNvSpPr txBox="1"/>
          <p:nvPr/>
        </p:nvSpPr>
        <p:spPr>
          <a:xfrm>
            <a:off x="8503920" y="50292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図3 操作キャラ「EGGYBOT」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　企画から 3D モデルまで AI と制作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設計の根拠 ― 『フィールドスマッシュ』の構造と弱点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4/8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60020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参考: 大乱闘スマッシュブラザーズ for 3DS のひとり用モード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039112"/>
            <a:ext cx="64008" cy="310896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203911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① 5 分間の探索 ― 敵を倒して強化を収集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234440" y="2496312"/>
            <a:ext cx="274320" cy="237744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2880360"/>
            <a:ext cx="64008" cy="310896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288036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② 最終決戦 ― 探索の成果がそのまま強さに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383280"/>
            <a:ext cx="5257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図4 フィールドスマッシュの基本構造</a:t>
            </a:r>
          </a:p>
        </p:txBody>
      </p:sp>
      <p:pic>
        <p:nvPicPr>
          <p:cNvPr id="26" name="Picture 25" descr="smashrun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069080"/>
            <a:ext cx="3063240" cy="1837943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548640" y="5943600"/>
            <a:ext cx="5257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図5 敵撃破で強化アイテムを入手 [1]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600200"/>
            <a:ext cx="5379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弱点(本研究での分析)と、本作の解決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103120"/>
            <a:ext cx="5379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弱点1 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決戦形式がランダム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　→ </a:t>
            </a:r>
            <a:r>
              <a:rPr sz="12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決戦ルールを固定 ― 鍛えた力が必ず有効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962656"/>
            <a:ext cx="5379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3182112"/>
            <a:ext cx="5379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弱点2 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強化が運まかせの拾い集め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　→ </a:t>
            </a:r>
            <a:r>
              <a:rPr sz="12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ドラフト選択制 ― 毎回 3 択から意思決定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041648"/>
            <a:ext cx="5379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3640" y="4261104"/>
            <a:ext cx="5379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弱点3 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オンライン非対応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　→ </a:t>
            </a:r>
            <a:r>
              <a:rPr sz="12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マルチ拡張前提の設計 ― 実装は来期(卒プロ2)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577839"/>
            <a:ext cx="5379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対戦相手がいなくても成立する構造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　→ 「まず 1 人用」で作る本作に最適な骨格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199632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[1] 任天堂:大乱闘スマッシュブラザーズ for Nintendo 3DS 公式サイト(オンライン)，入手先〈https://www.smashbros.com/〉(参照 2026-07-14)．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制作方法 ― 人間 1 人 + AI エージェントのチーム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5/8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14600"/>
            <a:ext cx="2514600" cy="210312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2057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島田(人間)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決める・遊ぶ・判断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何を作るかの決定、実際にプレイ、面白いかどうかの最終判断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54680" y="3429000"/>
            <a:ext cx="457200" cy="310896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749040" y="1691640"/>
            <a:ext cx="3291840" cy="173736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ogo_claude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947672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63440" y="192938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Claude Code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設計・実装の主担当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65176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C++/Blueprint のコード実装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シーン構築などエディタ操作も担当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40" y="3657600"/>
            <a:ext cx="3291840" cy="173736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ogo_openai_s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913632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63440" y="389534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OpenAI Codex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並列作業・別視点チェック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61772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資料・データの量産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Claude の実装を別視点でレビュー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78040" y="3429000"/>
            <a:ext cx="457200" cy="310896"/>
          </a:xfrm>
          <a:prstGeom prst="rightArrow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123176" y="3840480"/>
            <a:ext cx="621792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23176" y="3863340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MCP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514600"/>
            <a:ext cx="3870655" cy="21031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logo_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247" y="2743200"/>
            <a:ext cx="754577" cy="8229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55280" y="3566159"/>
            <a:ext cx="35048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Unreal Engine 5.8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配置・実行・確認まで AI がエディタを直接操作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MCP = AI とエディタをつなぐ接続規格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468112"/>
            <a:ext cx="11094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図6 制作体制の全体像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870448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運用ルール:  </a:t>
            </a:r>
            <a:r>
              <a:rPr sz="12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同士で相互レビュー / 作業ログで引き継ぎ / 「できた」は画面とログで検証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評価方法 ― 2 つの問いを、数えられる形で確かめる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6/8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481328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研究の 2 つの問いに答えるための基準 ― 数値・回数で記録し、9 月の最終発表で結果を報告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19456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1 ― 遊べるゲームになったか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33472"/>
            <a:ext cx="5440680" cy="1905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017520"/>
            <a:ext cx="5440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ルールが伝わるか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初見の人に見せて確認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5440680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5440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対戦になっているか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プレイ中の接触回数を計測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5440680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212080"/>
            <a:ext cx="5440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負けて納得できるか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プレイ後に理由を聞き取り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219456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問い 2 ― AI の使い分けはうまくいったか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2633472"/>
            <a:ext cx="5440680" cy="1905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2" y="3017520"/>
            <a:ext cx="5440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速く作れたか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完成時間とやり直し回数を記録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3931920"/>
            <a:ext cx="5440680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9632" y="4114800"/>
            <a:ext cx="5440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手間を減らせたか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手作業の割合を計測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5029200"/>
            <a:ext cx="5440680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99632" y="5212080"/>
            <a:ext cx="5440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別の AI が引き継げるか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記録だけで続行できるか検証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今後の計画 ― まず 1 人で遊べる形、それからマルチ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7/8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691640"/>
            <a:ext cx="11094415" cy="146304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1691640"/>
            <a:ext cx="1554480" cy="146304"/>
          </a:xfrm>
          <a:prstGeom prst="roundRect">
            <a:avLst>
              <a:gd name="adj" fmla="val 50000"/>
            </a:avLst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29968" y="1325880"/>
            <a:ext cx="2194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▼ いまここ(7月中旬)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7月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1人で遊べる核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2.5D 移動・ダッシュ・KO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縮む足場ステージ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 ラウンド完走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57200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8月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ゲームループ完成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選ぶ→生き残るの 1 ループ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ドラフト(3 択)とスキル 3 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第 1 回プレイテスト(評価の予行)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C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9月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完成・評価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UI・音・見た目の仕上げ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評価の本計測(初見テスト)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最終発表(マルチ化はここから着手)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マルチ化は来期(卒プロ2)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シングルで確認した仕組みをそのままオンラインへ拡張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まとめ ― 実物と数字で回答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8/8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65960"/>
            <a:ext cx="82296" cy="105156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1874519"/>
            <a:ext cx="1054577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21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目的: エディタをほぼ触らずに、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21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との分業でゲームを完成させる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開発 3 ヶ月半で手応えあり ― 残り 2 ヶ月で完成予定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11880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133088"/>
            <a:ext cx="109728" cy="109728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069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到達点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0690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キャラ・ステージ・基本動作まで AI 主導で実装(エディタ手作業ほぼゼロ)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63440"/>
            <a:ext cx="109728" cy="109728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59943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残り 2 ヶ月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59943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ゲームループを完成させ、遊べる形で評価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93792"/>
            <a:ext cx="109728" cy="109728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12978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2 つの問い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512978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遊べる実物と計測値で回答</a:t>
            </a:r>
          </a:p>
        </p:txBody>
      </p:sp>
      <p:pic>
        <p:nvPicPr>
          <p:cNvPr id="31" name="Picture 30" descr="eggybot_b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74920"/>
            <a:ext cx="1143000" cy="1143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" y="57607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ご清聴ありがとうございました  </a:t>
            </a: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島田 泰成 / 東海大学 情報メディア学科 小坂研究室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600</Words>
  <Application>Microsoft Office PowerPoint</Application>
  <PresentationFormat>ワイド画面</PresentationFormat>
  <Paragraphs>143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Arial</vt:lpstr>
      <vt:lpstr>Calibri</vt:lpstr>
      <vt:lpstr>BIZ UDPGothic</vt:lpstr>
      <vt:lpstr>DotGothic16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2026-07-20T18:15:47Z</dcterms:modified>
  <cp:category/>
</cp:coreProperties>
</file>