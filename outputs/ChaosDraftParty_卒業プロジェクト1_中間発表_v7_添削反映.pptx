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BIZ UDPGothic" panose="020B0400000000000000" pitchFamily="50" charset="-128"/>
      <p:regular r:id="rId14"/>
      <p:bold r:id="rId15"/>
    </p:embeddedFont>
    <p:embeddedFont>
      <p:font typeface="DotGothic16" panose="02020900000000000000" pitchFamily="18" charset="-128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17320"/>
            <a:ext cx="3246120" cy="32461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229600" y="47731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自作キャラ「EGGYBOT」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企画・モデル・シェーダまで AI と共同制作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91672" y="1078992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224260" y="1078992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56848" y="1078992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卒業プロジェクト1 中間発表 / 2026.07.14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72237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AIエージェントとつくる、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ひとりのゲーム開発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― エディタ(開発ツール)をほぼ触らずに、どこまで作れるか 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000499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制作タイトル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986783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ChaosDraftParty</a:t>
            </a:r>
            <a:r>
              <a:rPr sz="12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2.5D 対戦アクション(Unreal Engine 5.8)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 泰成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東海大学 情報理工学部 情報メディア学科 小坂研究室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と 1 人で挑む、チーム分業のゲーム開発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一般的な商業ゲーム開発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企画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7208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07208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プログラム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65776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5776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3Dアート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4344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24344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レベルデザイン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82912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QA・テスト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96895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通常は数人〜数十人のチームで分担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5844387" y="2724912"/>
            <a:ext cx="502920" cy="457200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本研究: 全役職を「自分 + AI エージェント」で代替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657600"/>
            <a:ext cx="11094415" cy="96012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8221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人間の役割は「決める・遊ぶ・判断」の 3 つのみ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設計・コード・エディタ操作・テスト・資料づくりは AI が担当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90872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図1 従来の分業と本研究の体制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983480"/>
            <a:ext cx="5440680" cy="960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" y="51846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207508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5166360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への指示だけで、遊べるゲームを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どこまで完成させられるか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4983480"/>
            <a:ext cx="5440680" cy="960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428232" y="51846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28232" y="5207508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5166360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複数の AI をどう使い分ければ、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 人開発でも品質を保てるか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PROGRESS 4-6月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ここまでの成果 ― 絵から、遊べるゲームまで(Unity 版)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2/11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280160"/>
            <a:ext cx="11094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当初の企画: 3D 視点 × 4人オンライン対戦のパーティゲーム(Unity で開発開始) → 6月末に方針転換(詳細は後述)</a:t>
            </a:r>
          </a:p>
        </p:txBody>
      </p:sp>
      <p:pic>
        <p:nvPicPr>
          <p:cNvPr id="23" name="Picture 22" descr="concept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3456432" cy="259232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4" name="TextBox 23"/>
          <p:cNvSpPr txBox="1"/>
          <p:nvPr/>
        </p:nvSpPr>
        <p:spPr>
          <a:xfrm>
            <a:off x="548640" y="4302252"/>
            <a:ext cx="3456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図2 キャラ設定画(4月)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生成 AI との対話で制作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050792" y="2768346"/>
            <a:ext cx="274320" cy="25603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eggy_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00200"/>
            <a:ext cx="3456432" cy="259232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4370832" y="4302252"/>
            <a:ext cx="3456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図3 3D モデル化(4-5月)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モデリング・シェーダ・表情も AI 実装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72984" y="2768346"/>
            <a:ext cx="274320" cy="25603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sland_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600200"/>
            <a:ext cx="3456432" cy="259232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0" name="TextBox 29"/>
          <p:cNvSpPr txBox="1"/>
          <p:nvPr/>
        </p:nvSpPr>
        <p:spPr>
          <a:xfrm>
            <a:off x="8193024" y="4302252"/>
            <a:ext cx="3456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図4 ミニゲーム「縮む島」(5-6月)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床が消える対戦ステージが完成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32120"/>
            <a:ext cx="11094415" cy="658368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63270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この間、エディタの手作業はほぼゼロ</a:t>
            </a:r>
            <a:r>
              <a:rPr sz="12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コードもシーン配置も AI が実行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中間プレイテストで見えた 3 つの壁(6月)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3/11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600200"/>
            <a:ext cx="5806440" cy="160020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08E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1901952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「これ、何のゲーム?」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― 初見プレイヤーの第一声(2026年6月・研究室内プレイテスト)</a:t>
            </a:r>
          </a:p>
        </p:txBody>
      </p:sp>
      <p:pic>
        <p:nvPicPr>
          <p:cNvPr id="24" name="Picture 23" descr="island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5148072" cy="2898648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6492240" y="4553712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図5 中間プレイテスト時のプレイ画面(Unity 版・6月)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5806440" cy="603504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73989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伝わらない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703320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3D 自由視点では、何をすれば勝ちか不明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70832"/>
            <a:ext cx="5806440" cy="603504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45312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間に合わない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416552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見た目の調整に工数が集中し、9 月完成が困難に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84064"/>
            <a:ext cx="5806440" cy="603504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166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検証が重い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29784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4 人オンライン前提では、テスト 1 回の準備が大仕事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PIVOT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伝わるゲームを完成させる、3 つの方針転換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4/11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95681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197967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エンジン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1572768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48840" y="1572768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Unity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193792" y="1865376"/>
            <a:ext cx="384048" cy="292608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15000" y="1572768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97880" y="1572768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Unreal Engine 5.8</a:t>
            </a:r>
          </a:p>
        </p:txBody>
      </p:sp>
      <p:pic>
        <p:nvPicPr>
          <p:cNvPr id="29" name="Picture 28" descr="logo_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755648"/>
            <a:ext cx="46113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98280" y="1499616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壁「間に合わない」への対応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のエディタ操作が UE5.8 で公式対応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と組みやすい環境で工数を削減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142646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15000" y="144932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6月に決定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43814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461004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視点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3054096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48840" y="3054096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3D TPS(自由視点)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193792" y="3346704"/>
            <a:ext cx="384048" cy="292608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715000" y="3054096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97880" y="3054096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2.5D(横から見る)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2980944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壁「伝わらない」への対応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横から見るだけでルールが伝わる視点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全プレイヤーが常に同じ画面内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0" y="290779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15000" y="2930652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6月に決定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194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942332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進め方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65960" y="4535424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48840" y="4535424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最初から 4 人オンライン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193792" y="4828032"/>
            <a:ext cx="384048" cy="292608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715000" y="4535424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97880" y="4535424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まず 1 人で遊べる形に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4462272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壁「検証が重い」への対応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シングルで面白さを確認してからマルチ化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完成リスクの低減・テストも高速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15000" y="4389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15000" y="441198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7月に追加決定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623560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図6 方針転換の概要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目指す構造 ―『フィールドスマッシュ』(スマブラ for 3DS)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5/11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645920"/>
            <a:ext cx="5760720" cy="137160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1810512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① 5分間の探索フェーズ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敵を倒してパワーアップを収集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(移動・ジャンプ・攻撃など 6 種類)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200400" y="3108960"/>
            <a:ext cx="457200" cy="384048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584448"/>
            <a:ext cx="5760720" cy="137160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74904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② 最終決戦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鍛えたキャラ同士で約 1 分の対戦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探索の成果がそのまま強さに直結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92624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図7 フィールドスマッシュの基本構造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85232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この構造を参考にする理由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・「強くなる過程」そのものが楽しい構造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・対戦相手がいなくても遊びが成立 → シングル先行の本作に最適</a:t>
            </a:r>
          </a:p>
        </p:txBody>
      </p:sp>
      <p:pic>
        <p:nvPicPr>
          <p:cNvPr id="29" name="Picture 28" descr="smashrun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45920"/>
            <a:ext cx="2212848" cy="132588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0" name="TextBox 29"/>
          <p:cNvSpPr txBox="1"/>
          <p:nvPr/>
        </p:nvSpPr>
        <p:spPr>
          <a:xfrm>
            <a:off x="9134856" y="1645920"/>
            <a:ext cx="256032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図8 敵撃破で強化アイテムを入手 [1]</a:t>
            </a:r>
          </a:p>
        </p:txBody>
      </p:sp>
      <p:pic>
        <p:nvPicPr>
          <p:cNvPr id="31" name="Picture 30" descr="smashrun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127248"/>
            <a:ext cx="2212848" cy="132588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9134856" y="3127248"/>
            <a:ext cx="256032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図9 フィールドの探索 [1]</a:t>
            </a:r>
          </a:p>
        </p:txBody>
      </p:sp>
      <p:pic>
        <p:nvPicPr>
          <p:cNvPr id="33" name="Picture 32" descr="smashrun_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608576"/>
            <a:ext cx="2212848" cy="132588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4" name="TextBox 33"/>
          <p:cNvSpPr txBox="1"/>
          <p:nvPr/>
        </p:nvSpPr>
        <p:spPr>
          <a:xfrm>
            <a:off x="9134856" y="4608576"/>
            <a:ext cx="256032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図10 探索中の突発イベント [1]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60533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[1] 任天堂:大乱闘スマッシュブラザーズ for Nintendo 3DS 公式サイト(オンライン)，入手先〈https://www.smashbros.com/〉(参照 2026-07-14)．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フィールドスマッシュの弱点と、本作の解決策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6/11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55448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1737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17602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 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121408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最終決戦の形式がランダム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ジャンプ特化でも決戦が「かけっこ」の場合あり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148840" y="3364992"/>
            <a:ext cx="365760" cy="310896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3767328"/>
            <a:ext cx="3566160" cy="14173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9319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決戦ルールを固定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強化と決戦ルールを直結、鍛えた力が必ず有効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155448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26280" y="1737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17602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 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121408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強化が運まかせの拾い集め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入手強化は乱数次第で戦略の余地が希薄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897880" y="3364992"/>
            <a:ext cx="365760" cy="310896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97680" y="3767328"/>
            <a:ext cx="3566160" cy="14173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26280" y="39319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ドラフト選択制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毎回 3 択から選択、意思決定をゲームの中心に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155448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275320" y="1737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20" y="17602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 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121408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オンライン非対応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ローカル通信限定(2014 年当時の制約)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9646920" y="3364992"/>
            <a:ext cx="365760" cy="310896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046720" y="3767328"/>
            <a:ext cx="3566160" cy="14173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20" y="39319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マルチ拡張前提の設計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まずシングルで完成、来期(卒プロ2)でオンライン化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本作の 1 ラウンド(約 30 秒)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探索→決戦の構造を圧縮(1〜3 = 探索・強化、4〜5 = 決戦)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1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選ぶ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459736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862072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62072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走る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773168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175504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75504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消える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086600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488936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88936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4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ぶつかる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9400032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802368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02368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5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生き残る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制作体制 ― 人間 1 人 + AI エージェントのチーム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7/11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14600"/>
            <a:ext cx="2514600" cy="2103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4320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島田(人間)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決める・遊ぶ・最終判断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何を作るかの決定、実際にプレイ、面白いかどうかの最終判断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54680" y="3429000"/>
            <a:ext cx="457200" cy="310896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749040" y="169164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ogo_claude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47672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63440" y="192938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Claude Code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設計・実装の主担当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265176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C++/Blueprint のコード実装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シーン構築などエディタ操作も担当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40" y="365760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logo_openai_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913632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63440" y="389534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OpenAI Codex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並列作業・別視点チェック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617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資料・データの量産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Claude の実装を別視点でレビュー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78040" y="3429000"/>
            <a:ext cx="457200" cy="310896"/>
          </a:xfrm>
          <a:prstGeom prst="rightArrow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123176" y="3840480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23176" y="386334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MCP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514600"/>
            <a:ext cx="3870655" cy="21031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logo_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247" y="2743200"/>
            <a:ext cx="754577" cy="8229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955280" y="3566159"/>
            <a:ext cx="35048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Unreal Engine 5.8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配置・実行・確認まで AI がエディタを直接操作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MCP = AI とエディタをつなぐ接続規格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図11 制作体制の全体像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相互レビュー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同士の相互レビュー後に採用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記録を残す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作業ログで別の AI が続行可能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実機で確認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の「できた」は画面とログで検証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で、どれだけ作れたか ― 数字と実物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8/11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コミット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Unity 版 2 ヶ月の実装量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ほぼ全て AI が記述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4136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4136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6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キャラが動くまで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UE 移行 3 日で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自作キャラが動作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ほぼ0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エディタ手作業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現時点は体感値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9 月に計測値で報告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5128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25128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9/9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自動テスト合格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Unity 版の基本動作 9 項目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項目は人間がレビューして採用</a:t>
            </a:r>
          </a:p>
        </p:txBody>
      </p:sp>
      <p:pic>
        <p:nvPicPr>
          <p:cNvPr id="34" name="Picture 33" descr="ue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4224528" cy="237744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5" name="TextBox 34"/>
          <p:cNvSpPr txBox="1"/>
          <p:nvPr/>
        </p:nvSpPr>
        <p:spPr>
          <a:xfrm>
            <a:off x="548640" y="604418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図12 AI が構築した 2.5D アリーナ(UE5.8)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79476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移行 3 日目に実機で確認できた操作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D キー → 移動 / Space → ジャンプ / E → ダッシュ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吹き飛ばし処理・ジャンプの入力猶予も C++ で実装済み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の「完了」報告は、画面とログで必ず検証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評価方法 ― 面白さと開発効率を別々に計測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9/11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ゲームの評価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52374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10 秒テスト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59" y="2487168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初見の学生 5 人以上・10 秒観て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ルールを説明できれば合格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69417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接触回数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59" y="36576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30 秒中に敵・相手との接触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2 回以上で「対戦成立」と判定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86460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納得感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59" y="482803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プレイ直後の聞き取りで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「負けた理由」を説明できれば合格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9632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制作方法の評価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252374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速度と手戻り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1" y="2487168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機能ごとの完成時間と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やり直し回数を全作業で記録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369417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再現性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1" y="36576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作業記録のみで別の AI が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続行できるかを計測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3952" y="486460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手作業率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1" y="482803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エディタ手動操作 ÷ 全作業回数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低いほど良い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9 月の最終発表で両方の数値を報告</a:t>
            </a: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問い 2(AI の使い分け)には再現性と作業ログの分類で回答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後半戦 ― まず 1 人で遊べる形、それからマルチ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10/11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691640"/>
            <a:ext cx="11094415" cy="146304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" y="169164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91640" y="1325880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▼ いまここ(7/14)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7月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1人で遊べる核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2.5D 移動・ダッシュ・KO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縮む足場ステージ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ラウンド完走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7200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8月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フィールドスマッシュ型ループ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探索して強化 → 決戦の流れ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ドラフト(3 択)とスキル 3 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第 1 回プレイテスト(評価の予行)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32104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C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9月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完成・評価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UI・音・見た目の仕上げ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評価の本計測(初見テスト)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最終発表(マルチ化はここから着手)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マルチプレイは中止ではなく順番の変更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シングルで確認した仕組みをそのままオンラインへ拡張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まとめ ― 9 月に、実物と数字で回答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11/11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645920"/>
            <a:ext cx="11094415" cy="12344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1828800"/>
            <a:ext cx="102714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問い: エディタをほぼ触らずに、AI との分業でゲームは完成するか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Unity 版 2 ヶ月 + UE 移行 2 週間で手応えあり ― 残り 2 ヶ月で完成予定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9 月の最終発表で見せるもの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遊べる実物</a:t>
            </a:r>
            <a:r>
              <a:rPr sz="11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  問い 1 に回答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フィールドスマッシュ型 2.5D 対戦アクション(1 人用)をその場で実演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制作の全記録</a:t>
            </a:r>
            <a:r>
              <a:rPr sz="11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  問い 2 に回答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AI の担当作業と、人間のエディタ操作回数を数値で報告</a:t>
            </a:r>
          </a:p>
        </p:txBody>
      </p:sp>
      <p:pic>
        <p:nvPicPr>
          <p:cNvPr id="29" name="Picture 28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892040"/>
            <a:ext cx="1417320" cy="1417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5257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ご清聴ありがとうございました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島田 泰成 / 東海大学 情報メディア学科 小坂研究室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918</Words>
  <Application>Microsoft Office PowerPoint</Application>
  <PresentationFormat>ワイド画面</PresentationFormat>
  <Paragraphs>214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BIZ UDPGothic</vt:lpstr>
      <vt:lpstr>Calibri</vt:lpstr>
      <vt:lpstr>DotGothic16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2026-07-20T15:24:34Z</dcterms:modified>
  <cp:category/>
</cp:coreProperties>
</file>