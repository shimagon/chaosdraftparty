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2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POLICY PIVOT  /  2026-06-30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5F5F7"/>
                </a:solidFill>
                <a:latin typeface="Yu Gothic UI"/>
              </a:rPr>
              <a:t>今日、方針を変える。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8A8A92"/>
                </a:solidFill>
                <a:latin typeface="Yu Gothic UI"/>
              </a:rPr>
              <a:t>Unity 3D TPS </a:t>
            </a:r>
            <a:r>
              <a:rPr sz="2800" b="1">
                <a:solidFill>
                  <a:srgbClr val="FF2E63"/>
                </a:solidFill>
                <a:latin typeface="Yu Gothic UI"/>
              </a:rPr>
              <a:t>→ </a:t>
            </a:r>
            <a:r>
              <a:rPr sz="2800" b="1">
                <a:solidFill>
                  <a:srgbClr val="F5F5F7"/>
                </a:solidFill>
                <a:latin typeface="Yu Gothic UI"/>
              </a:rPr>
              <a:t>Unreal Engine 5  +  2.5D Smash 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F5F7"/>
                </a:solidFill>
                <a:latin typeface="Yu Gothic UI"/>
              </a:rPr>
              <a:t>島田 泰成  /  Shimada Taisei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A92"/>
                </a:solidFill>
                <a:latin typeface="Yu Gothic UI"/>
              </a:rPr>
              <a:t>東海大学 情報メディア学科 小坂研究室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5555C"/>
                </a:solidFill>
                <a:latin typeface="Yu Gothic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02  /  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371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0" b="1">
                <a:solidFill>
                  <a:srgbClr val="FF2E63"/>
                </a:solidFill>
                <a:latin typeface="Yu Gothic U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5F5F7"/>
                </a:solidFill>
                <a:latin typeface="Yu Gothic UI"/>
              </a:rPr>
              <a:t>プレイヤーは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5F5F7"/>
                </a:solidFill>
                <a:latin typeface="Yu Gothic UI"/>
              </a:rPr>
              <a:t>「これ、</a:t>
            </a:r>
            <a:r>
              <a:rPr sz="6400" b="1">
                <a:solidFill>
                  <a:srgbClr val="FF2E63"/>
                </a:solidFill>
                <a:latin typeface="Yu Gothic UI"/>
              </a:rPr>
              <a:t>何のゲーム？</a:t>
            </a:r>
            <a:r>
              <a:rPr sz="6400" b="1">
                <a:solidFill>
                  <a:srgbClr val="F5F5F7"/>
                </a:solidFill>
                <a:latin typeface="Yu Gothic 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5F5F7"/>
                </a:solidFill>
                <a:latin typeface="Yu Gothic UI"/>
              </a:rPr>
              <a:t>と聞いてきた。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A92"/>
                </a:solidFill>
                <a:latin typeface="Yu Gothic UI"/>
              </a:rPr>
              <a:t>— 2026-06 中間発表 / プレイテスト フィードバック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ChaosDraftParty / Policy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03  /  NEW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A8A92"/>
                </a:solidFill>
                <a:latin typeface="Yu Gothic UI"/>
              </a:rPr>
              <a:t>新方針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5F5F7"/>
                </a:solidFill>
                <a:latin typeface="Yu Gothic UI"/>
              </a:rPr>
              <a:t>2.5D</a:t>
            </a:r>
          </a:p>
          <a:p>
            <a:pPr algn="l">
              <a:lnSpc>
                <a:spcPct val="100000"/>
              </a:lnSpc>
            </a:pPr>
            <a:r>
              <a:rPr sz="6200" b="1">
                <a:solidFill>
                  <a:srgbClr val="F5F5F7"/>
                </a:solidFill>
                <a:latin typeface="Yu Gothic UI"/>
              </a:rPr>
              <a:t>Smash 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F5F7"/>
                </a:solidFill>
                <a:latin typeface="Yu Gothic UI"/>
              </a:rPr>
              <a:t>3D で描いて、</a:t>
            </a:r>
            <a:r>
              <a:rPr sz="1800" b="1">
                <a:solidFill>
                  <a:srgbClr val="FF2E63"/>
                </a:solidFill>
                <a:latin typeface="Yu Gothic UI"/>
              </a:rPr>
              <a:t>2D で戦う。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2E63"/>
                </a:solidFill>
                <a:latin typeface="Yu Gothic UI"/>
              </a:rPr>
              <a:t>—  </a:t>
            </a:r>
            <a:r>
              <a:rPr sz="1600" b="1">
                <a:solidFill>
                  <a:srgbClr val="F5F5F7"/>
                </a:solidFill>
                <a:latin typeface="Yu Gothic UI"/>
              </a:rPr>
              <a:t>出会いやすい</a:t>
            </a:r>
            <a:r>
              <a:rPr sz="1300" b="0">
                <a:solidFill>
                  <a:srgbClr val="8A8A92"/>
                </a:solidFill>
                <a:latin typeface="Yu Gothic UI"/>
              </a:rPr>
              <a:t>   プレイヤーが必ず視界に入る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5838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2E63"/>
                </a:solidFill>
                <a:latin typeface="Yu Gothic UI"/>
              </a:rPr>
              <a:t>—  </a:t>
            </a:r>
            <a:r>
              <a:rPr sz="1600" b="1">
                <a:solidFill>
                  <a:srgbClr val="F5F5F7"/>
                </a:solidFill>
                <a:latin typeface="Yu Gothic UI"/>
              </a:rPr>
              <a:t>伝わる</a:t>
            </a:r>
            <a:r>
              <a:rPr sz="1300" b="0">
                <a:solidFill>
                  <a:srgbClr val="8A8A92"/>
                </a:solidFill>
                <a:latin typeface="Yu Gothic UI"/>
              </a:rPr>
              <a:t>   横から見ただけでルールが直感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7900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2E63"/>
                </a:solidFill>
                <a:latin typeface="Yu Gothic UI"/>
              </a:rPr>
              <a:t>—  </a:t>
            </a:r>
            <a:r>
              <a:rPr sz="1600" b="1">
                <a:solidFill>
                  <a:srgbClr val="F5F5F7"/>
                </a:solidFill>
                <a:latin typeface="Yu Gothic UI"/>
              </a:rPr>
              <a:t>間に合う</a:t>
            </a:r>
            <a:r>
              <a:rPr sz="1300" b="0">
                <a:solidFill>
                  <a:srgbClr val="8A8A92"/>
                </a:solidFill>
                <a:latin typeface="Yu Gothic UI"/>
              </a:rPr>
              <a:t>   TPS の polish 地獄から解放</a:t>
            </a:r>
          </a:p>
        </p:txBody>
      </p:sp>
      <p:pic>
        <p:nvPicPr>
          <p:cNvPr id="9" name="Picture 8" descr="hero_2_5d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5715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ChaosDraftParty / Policy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4</a:t>
            </a:r>
          </a:p>
        </p:txBody>
      </p:sp>
      <p:pic>
        <p:nvPicPr>
          <p:cNvPr id="12" name="図 11" descr="スマブラSP』の予約状況は絶好調。『スマブラ』シリーズ史上、そしてNintendo Switch作品史上最高の予約数に - AUTOMATON">
            <a:extLst>
              <a:ext uri="{FF2B5EF4-FFF2-40B4-BE49-F238E27FC236}">
                <a16:creationId xmlns:a16="http://schemas.microsoft.com/office/drawing/2014/main" id="{99C1B66D-57B6-D4B5-00F1-9C555A91E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48219"/>
            <a:ext cx="5729192" cy="3222671"/>
          </a:xfrm>
          <a:prstGeom prst="rect">
            <a:avLst/>
          </a:prstGeom>
        </p:spPr>
      </p:pic>
      <p:pic>
        <p:nvPicPr>
          <p:cNvPr id="13" name="図 12" descr="New スーパーマリオブラザーズ U デラックス | Nintendo Store">
            <a:extLst>
              <a:ext uri="{FF2B5EF4-FFF2-40B4-BE49-F238E27FC236}">
                <a16:creationId xmlns:a16="http://schemas.microsoft.com/office/drawing/2014/main" id="{4BDA0C7E-B0DB-4EA3-40DD-7C1FEF977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628" y="3575216"/>
            <a:ext cx="3019202" cy="169075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2732BFB-1E7D-7627-8BEB-30CB76C46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433" y="3572063"/>
            <a:ext cx="3163195" cy="1759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04  / 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4846320" cy="576072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e_official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3383280" cy="2255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292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A8A92"/>
                </a:solidFill>
                <a:latin typeface="Yu Gothic UI"/>
              </a:rPr>
              <a:t>Unreal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5F5F7"/>
                </a:solidFill>
                <a:latin typeface="Yu Gothic UI"/>
              </a:rPr>
              <a:t>5.8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A92"/>
                </a:solidFill>
                <a:latin typeface="Yu Gothic UI"/>
              </a:rPr>
              <a:t>Released 2026-06-17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8A92"/>
                </a:solidFill>
                <a:latin typeface="Yu Gothic UI"/>
              </a:rPr>
              <a:t>Experimental MCP plugin 同梱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8872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5F5F7"/>
                </a:solidFill>
                <a:latin typeface="Yu Gothic UI"/>
              </a:rPr>
              <a:t>なぜ Unreal にするのか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8A92"/>
                </a:solidFill>
                <a:latin typeface="Yu Gothic UI"/>
              </a:rPr>
              <a:t>UE 5.8 で Claude Code が MCP 経由でエディタを直接操作できるようになった。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6060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2E63"/>
                </a:solidFill>
                <a:latin typeface="Yu Gothic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060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AI 統合がネイティブ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90088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Claude Code が Editor を MCP 操作。actor 配置 / lighting / Blueprint を AI agent が直叩き。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59359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2E63"/>
                </a:solidFill>
                <a:latin typeface="Yu Gothic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9359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3D 表現で圧倒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7764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Lumen + Nanite で 1 人開発でも AAA の見栄え。スマブラ系は「見せ」で勝つジャンル。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58114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2E63"/>
                </a:solidFill>
                <a:latin typeface="Yu Gothic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5811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2.5D テンプレ標準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965192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Side-Scroller テンプレが公式同梱。Unity で 0 から作る camera / 物理が初日で済む。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568696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2E63"/>
                </a:solidFill>
                <a:latin typeface="Yu Gothic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568696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Blueprint で爆速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952744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C++ 書かずに挙動が組める。3 ヶ月の短期戦に最適。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ChaosDraftParty / Policy Pivot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05  /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5F5F7"/>
                </a:solidFill>
                <a:latin typeface="Yu Gothic UI"/>
              </a:rPr>
              <a:t>9月 締切までの 3 ヶ月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8A92"/>
                </a:solidFill>
                <a:latin typeface="Yu Gothic UI"/>
              </a:rPr>
              <a:t>Unity 資産は git に保管。UE5 上で 2.5D 版を新規構築。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657600"/>
            <a:ext cx="9418320" cy="0"/>
          </a:xfrm>
          <a:prstGeom prst="line">
            <a:avLst/>
          </a:prstGeom>
          <a:ln w="12700">
            <a:solidFill>
              <a:srgbClr val="2424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212848" y="3493008"/>
            <a:ext cx="329184" cy="329184"/>
          </a:xfrm>
          <a:prstGeom prst="ellipse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377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300">
                <a:solidFill>
                  <a:srgbClr val="FF2E63"/>
                </a:solidFill>
                <a:latin typeface="Yu Gothic UI"/>
              </a:rPr>
              <a:t>JUL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5F5F7"/>
                </a:solidFill>
                <a:latin typeface="Yu Gothic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移行 + コア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UE 5.8 install + MCP 配線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64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2.5D Side-Scroller 起動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572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Player Controller (4 人)</a:t>
            </a:r>
          </a:p>
        </p:txBody>
      </p:sp>
      <p:sp>
        <p:nvSpPr>
          <p:cNvPr id="13" name="Oval 12"/>
          <p:cNvSpPr/>
          <p:nvPr/>
        </p:nvSpPr>
        <p:spPr>
          <a:xfrm>
            <a:off x="5961888" y="3493008"/>
            <a:ext cx="329184" cy="329184"/>
          </a:xfrm>
          <a:prstGeom prst="ellipse">
            <a:avLst/>
          </a:prstGeom>
          <a:solidFill>
            <a:srgbClr val="FFC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377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300">
                <a:solidFill>
                  <a:srgbClr val="FFC43A"/>
                </a:solidFill>
                <a:latin typeface="Yu Gothic UI"/>
              </a:rPr>
              <a:t>AUG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889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5F5F7"/>
                </a:solidFill>
                <a:latin typeface="Yu Gothic UI"/>
              </a:rP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069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1 ミニゲーム + 対戦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572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縮む足場 を 2.5D 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64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吹き飛ばし KO 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1572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online (UE Replication)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449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第 1 回 プレイテスト</a:t>
            </a:r>
          </a:p>
        </p:txBody>
      </p:sp>
      <p:sp>
        <p:nvSpPr>
          <p:cNvPr id="21" name="Oval 20"/>
          <p:cNvSpPr/>
          <p:nvPr/>
        </p:nvSpPr>
        <p:spPr>
          <a:xfrm>
            <a:off x="9710928" y="3493008"/>
            <a:ext cx="329184" cy="329184"/>
          </a:xfrm>
          <a:prstGeom prst="ellipse">
            <a:avLst/>
          </a:prstGeom>
          <a:solidFill>
            <a:srgbClr val="4A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2377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300">
                <a:solidFill>
                  <a:srgbClr val="4AD68B"/>
                </a:solidFill>
                <a:latin typeface="Yu Gothic UI"/>
              </a:rPr>
              <a:t>SEP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7889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5F5F7"/>
                </a:solidFill>
                <a:latin typeface="Yu Gothic UI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69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5F5F7"/>
                </a:solidFill>
                <a:latin typeface="Yu Gothic UI"/>
              </a:rPr>
              <a:t>完成 + 発表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72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ミニゲーム 2〜3 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64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4 人対戦 体感調整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572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Windows ビルド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449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・ 卒業制作 提出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C"/>
                </a:solidFill>
                <a:latin typeface="Yu Gothic UI"/>
              </a:rPr>
              <a:t>リスク: UE 学習コスト。緩和: Blueprint 中心 + Claude (MCP) で agent に作業移譲。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ChaosDraftParty / Policy Pivot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55C"/>
                </a:solidFill>
                <a:latin typeface="Yu Gothic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06  /  DECIDED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0" b="1">
                <a:solidFill>
                  <a:srgbClr val="F5F5F7"/>
                </a:solidFill>
                <a:latin typeface="Yu Gothic UI"/>
              </a:rPr>
              <a:t>決めた。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3886200"/>
            <a:ext cx="3200400" cy="73152"/>
          </a:xfrm>
          <a:prstGeom prst="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F2E63"/>
                </a:solidFill>
                <a:latin typeface="Yu Gothic UI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5F5F7"/>
                </a:solidFill>
                <a:latin typeface="Yu Gothic UI"/>
              </a:rPr>
              <a:t>UE 5.8 install + MCP 疎通 + 2.5D PlayerController デモ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8A92"/>
                </a:solidFill>
                <a:latin typeface="Yu Gothic UI"/>
              </a:rPr>
              <a:t>次回 報告予定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A92"/>
                </a:solidFill>
                <a:latin typeface="Yu Gothic UI"/>
              </a:rPr>
              <a:t>島田 泰成  /  2026-06-30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5555C"/>
                </a:solidFill>
                <a:latin typeface="Yu Gothic U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387</Words>
  <Application>Microsoft Office PowerPoint</Application>
  <PresentationFormat>ワイド画面</PresentationFormat>
  <Paragraphs>107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Yu Gothic UI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2026-06-30T05:14:38Z</dcterms:modified>
  <cp:category/>
</cp:coreProperties>
</file>