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400" b="1">
                <a:solidFill>
                  <a:srgbClr val="333333"/>
                </a:solidFill>
                <a:latin typeface="Hiragino Kaku Gothic ProN"/>
              </a:rPr>
              <a:t>EGGYBOT 4 月総括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333333"/>
                </a:solidFill>
                <a:latin typeface="Hiragino Kaku Gothic ProN"/>
              </a:rPr>
              <a:t>ChaosDraftParty マスコットキャラクターの 3D 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Hiragino Kaku Gothic ProN"/>
              </a:rPr>
              <a:t>2026-04-28 / 島田 / 小坂研究室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Hiragino Kaku Gothic ProN"/>
              </a:rPr>
              <a:t>卒業制作 M1 (4 月) — 16 イテレーション、commit 80+, 調査 1 ヶ月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結論を先に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6F9F"/>
                </a:solidFill>
                <a:latin typeface="Hiragino Kaku Gothic ProN"/>
              </a:rPr>
              <a:t>EGGYBOT v16 — 「動かしてもズレない」3D キャラができた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Hiragino Kaku Gothic ProN"/>
              </a:rPr>
              <a:t>• 見た目: ガチャカプセル型のピンク容器、頭が出てる、手足は球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Hiragino Kaku Gothic ProN"/>
              </a:rPr>
              <a:t>• 胴体は Blender 製、手足は Unity の primitive Sphere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Hiragino Kaku Gothic ProN"/>
              </a:rPr>
              <a:t>• Mixamo Humanoid アニメを「無加工」で流せる仕組みを構築中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Hiragino Kaku Gothic ProN"/>
              </a:rPr>
              <a:t>• Skinning（スキン変形）を一切使わない → 形状歪みゼロを保証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Hiragino Kaku Gothic ProN"/>
              </a:rPr>
              <a:t>• 「カプセル内部に侵入した部分」は SDF クリップで消える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Hiragino Kaku Gothic ProN"/>
              </a:rPr>
              <a:t>• 今月は構造完成まで。来月から動きを付ける (M2)</a:t>
            </a:r>
          </a:p>
        </p:txBody>
      </p:sp>
      <p:pic>
        <p:nvPicPr>
          <p:cNvPr id="7" name="Picture 6" descr="v16_clip_test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3474720" cy="189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493776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v16 最終形 (4/28)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計画したこと — そもそも何を作ろうとしていたか</a:t>
            </a:r>
          </a:p>
        </p:txBody>
      </p:sp>
      <p:pic>
        <p:nvPicPr>
          <p:cNvPr id="5" name="Picture 4" descr="IMG_23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3705409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7607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①手描き設計ノート (4 月初め)</a:t>
            </a:r>
          </a:p>
        </p:txBody>
      </p:sp>
      <p:pic>
        <p:nvPicPr>
          <p:cNvPr id="7" name="Picture 6" descr="Gemini_Generated_Image_da978vda978vda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777240"/>
            <a:ext cx="2778168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57607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②AI で 3D 参照画像を生成 (前/横/後/開状態)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777240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6F9F"/>
                </a:solidFill>
                <a:latin typeface="Hiragino Kaku Gothic ProN"/>
              </a:rPr>
              <a:t>EGGYBOT の仕様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2588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Hiragino Kaku Gothic ProN"/>
              </a:rPr>
              <a:t>• ガチャカプセル型マスコット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Hiragino Kaku Gothic ProN"/>
              </a:rPr>
              <a:t>• 形態 A: 雪だるま (頭+胴体)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Hiragino Kaku Gothic ProN"/>
              </a:rPr>
              <a:t>• 形態 B: 頭が胴体に収納 (ガチャ閉)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Hiragino Kaku Gothic ProN"/>
              </a:rPr>
              <a:t>• ピンク不透明 + クリア (上半分)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Hiragino Kaku Gothic ProN"/>
              </a:rPr>
              <a:t>• つるつる射出成形プラスチック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Hiragino Kaku Gothic ProN"/>
              </a:rPr>
              <a:t>• 短いずんぐり手足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57600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6F9F"/>
                </a:solidFill>
                <a:latin typeface="Hiragino Kaku Gothic ProN"/>
              </a:rPr>
              <a:t>計画したギミック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062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Hiragino Kaku Gothic ProN"/>
              </a:rPr>
              <a:t>• カプセル開閉 → 頭が pop up (M3 用)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Hiragino Kaku Gothic ProN"/>
              </a:rPr>
              <a:t>• 着せ替え (シルクハットなど)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Hiragino Kaku Gothic ProN"/>
              </a:rPr>
              <a:t>• デス時に「パクパク」分裂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Hiragino Kaku Gothic ProN"/>
              </a:rPr>
              <a:t>• ぴょこぴょこ idle / 歩行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心境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Hiragino Kaku Gothic ProN"/>
              </a:rPr>
              <a:t>「キャラ作りに 1 ヶ月」これは長すぎたか？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Hiragino Kaku Gothic ProN"/>
              </a:rPr>
              <a:t>• 正直、4 月の予定は「ネットワーク疎通 + プレイヤー移動 + 縮む島プロト」だった。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Hiragino Kaku Gothic ProN"/>
              </a:rPr>
              <a:t>• キャラビジュアルに沼りすぎた感は否めない。M1 の網羅性は犠牲にした。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Hiragino Kaku Gothic ProN"/>
              </a:rPr>
              <a:t>• ただ、「自分のゲームに自分が誇れるキャラがいる」ことは、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Hiragino Kaku Gothic ProN"/>
              </a:rPr>
              <a:t>•     モチベーション保持の核 — 4 ヶ月先まで保たせるための投資と判断。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Hiragino Kaku Gothic ProN"/>
              </a:rPr>
              <a:t>• AI と協働しても、最終的な「いい/変」の判断は自分でやるしかないと痛感。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Hiragino Kaku Gothic ProN"/>
              </a:rPr>
              <a:t>• 失敗回数は多いが、5 月以降の M2-M6 で再発する種類のものではない。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Hiragino Kaku Gothic ProN"/>
              </a:rPr>
              <a:t>• 5 月 (M2) からはキャラを触らず、スキル / ドラフト UI / ラウンド構造に集中する。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1 ヶ月のイテレーション (v10 → v16)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120952" cy="219456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12095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Hiragino Kaku Gothic ProN"/>
              </a:rPr>
              <a:t>v10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1120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4/19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29512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Bridge Edge Loops で manifold 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52472" y="1280160"/>
            <a:ext cx="1120952" cy="219456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2472" y="1417320"/>
            <a:ext cx="112095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Hiragino Kaku Gothic ProN"/>
              </a:rPr>
              <a:t>v11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2472" y="1874520"/>
            <a:ext cx="1120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4/20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8192" y="2240280"/>
            <a:ext cx="1029512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手足 organic 化 + カプセル開閉 rig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4865" y="1280160"/>
            <a:ext cx="1120952" cy="219456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4865" y="1417320"/>
            <a:ext cx="112095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Hiragino Kaku Gothic ProN"/>
              </a:rPr>
              <a:t>v12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4865" y="1874520"/>
            <a:ext cx="1120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4/21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0585" y="2240280"/>
            <a:ext cx="1029512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Subsurf + interior fix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7258" y="1280160"/>
            <a:ext cx="1120952" cy="219456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7258" y="1417320"/>
            <a:ext cx="112095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Hiragino Kaku Gothic ProN"/>
              </a:rPr>
              <a:t>v13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1874520"/>
            <a:ext cx="1120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4/22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2978" y="2240280"/>
            <a:ext cx="1029512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内壁貫通穴 fix + rim crease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9651" y="1280160"/>
            <a:ext cx="1120952" cy="219456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9651" y="1417320"/>
            <a:ext cx="112095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Hiragino Kaku Gothic ProN"/>
              </a:rPr>
              <a:t>v14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9651" y="1874520"/>
            <a:ext cx="1120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4/23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5371" y="2240280"/>
            <a:ext cx="1029512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bisect で seam 根絶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2043" y="1280160"/>
            <a:ext cx="1120952" cy="2194560"/>
          </a:xfrm>
          <a:prstGeom prst="round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043" y="1417320"/>
            <a:ext cx="112095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Hiragino Kaku Gothic ProN"/>
              </a:rPr>
              <a:t>v15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043" y="1874520"/>
            <a:ext cx="1120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4/24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7763" y="2240280"/>
            <a:ext cx="1029512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Metaball で「一つの粘土」body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14436" y="1280160"/>
            <a:ext cx="1120952" cy="2194560"/>
          </a:xfrm>
          <a:prstGeom prst="round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14436" y="1417320"/>
            <a:ext cx="112095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Hiragino Kaku Gothic ProN"/>
              </a:rPr>
              <a:t>v15.17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4436" y="1874520"/>
            <a:ext cx="1120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4/25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0156" y="2240280"/>
            <a:ext cx="1029512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SDF clip 採用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6829" y="1280160"/>
            <a:ext cx="1120952" cy="2194560"/>
          </a:xfrm>
          <a:prstGeom prst="round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6829" y="1417320"/>
            <a:ext cx="112095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Hiragino Kaku Gothic ProN"/>
              </a:rPr>
              <a:t>v15.18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6829" y="1874520"/>
            <a:ext cx="1120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4/27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2549" y="2240280"/>
            <a:ext cx="1029512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Rigid hand parent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9222" y="1280160"/>
            <a:ext cx="1120952" cy="219456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9222" y="1417320"/>
            <a:ext cx="112095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Hiragino Kaku Gothic ProN"/>
              </a:rPr>
              <a:t>v16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9222" y="1874520"/>
            <a:ext cx="1120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4/28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4942" y="2240280"/>
            <a:ext cx="1029512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Hiragino Kaku Gothic ProN"/>
              </a:rPr>
              <a:t>構造刷新 + Blender/Unity 分業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93192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Hiragino Kaku Gothic ProN"/>
              </a:rPr>
              <a:t>→ 16 イテレーション、80+ commit。後半 (v15-v16) で「形を作る」から「構造を作る」に方針転換。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ビフォー: v15 の「引き伸ばされてる」問題</a:t>
            </a:r>
          </a:p>
        </p:txBody>
      </p:sp>
      <p:pic>
        <p:nvPicPr>
          <p:cNvPr id="5" name="Picture 4" descr="v15_18_view_oc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5029200" cy="2738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57200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v15.18 — 体の中に手が透けて見える + 形状が微妙に歪む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6F9F"/>
                </a:solidFill>
                <a:latin typeface="Hiragino Kaku Gothic ProN"/>
              </a:rPr>
              <a:t>症状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手の形が「引き伸ばされた」ような違和感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カプセル越しに「裏側の手」が透けて見える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見る角度によって見え方が変わる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Game / Scene view で表示が一致しない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6F9F"/>
                </a:solidFill>
                <a:latin typeface="Hiragino Kaku Gothic ProN"/>
              </a:rPr>
              <a:t>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SkinnedMeshRenderer の bind-pose 補間で微小に変形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shader trick (stencil / view-occ) は形状不一致 + Cull Back で原理的に不完全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「形状で解決」に方針転換 → v16 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アフター: v16 で根治</a:t>
            </a:r>
          </a:p>
        </p:txBody>
      </p:sp>
      <p:pic>
        <p:nvPicPr>
          <p:cNvPr id="5" name="Picture 4" descr="v16_clip_test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5029200" cy="2738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57200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v16 (4/28) — 引き伸ばしゼロ、内部透けゼロ、見た目クリーン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6F9F"/>
                </a:solidFill>
                <a:latin typeface="Hiragino Kaku Gothic ProN"/>
              </a:rPr>
              <a:t>やったこと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胴体だけ Blender (BodyLower / BodyUpperClear)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手足は Unity primitive Sphere — Blender 介さない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Hand_L_Rigid を bone の child に Transform parent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(SkinnedMeshRenderer を一切使わない)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SDF クリップ shader でカプセル内部を discard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6F9F"/>
                </a:solidFill>
                <a:latin typeface="Hiragino Kaku Gothic ProN"/>
              </a:rPr>
              <a:t>効果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Skinning 経由しない → 形状歪み「原理的にゼロ」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視点・角度に関係なく一貫した見え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Hiragino Kaku Gothic ProN"/>
              </a:rPr>
              <a:t>• ユーザー (自分) も 「素晴らしい、変に伸ばされてない」 と承認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良かったこと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Hiragino Kaku Gothic ProN"/>
              </a:rPr>
              <a:t>「やってよかった」と心から言える 5 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247120" cy="77724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Hiragino Kaku Gothic ProN"/>
              </a:rPr>
              <a:t>MCP / Skill 全活用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92024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Unity MCP + Blender MCP + Meshy MCP を業務フロー化。手作業のクリック地獄を回避。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11247120" cy="77724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Hiragino Kaku Gothic ProN"/>
              </a:rPr>
              <a:t>SDF クリップの採用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83464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shader trick の沼から脱出。「形状＋ shader で根治」のパターンを獲得。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11247120" cy="77724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Hiragino Kaku Gothic ProN"/>
              </a:rPr>
              <a:t>Rigid Transform parent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4904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SkinnedMeshRenderer の罠を回避する代替手段を発明・採用。skinning 歪みゼロ。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11247120" cy="77724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Hiragino Kaku Gothic ProN"/>
              </a:rPr>
              <a:t>Blender / Unity 分業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66344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胴体 = Blender、手足 = Unity primitive。それぞれの強みを活かす役割分担。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86400"/>
            <a:ext cx="11247120" cy="77724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Hiragino Kaku Gothic ProN"/>
              </a:rPr>
              <a:t>Mixamo 互換 humanoid rig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57784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「Mixamo はもう使えない」と思った状態から「無加工で流せる」状態へ復帰。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悪かったこと / 反省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Hiragino Kaku Gothic ProN"/>
              </a:rPr>
              <a:t>次に活かす 5 つの教訓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247120" cy="777240"/>
          </a:xfrm>
          <a:prstGeom prst="roundRect">
            <a:avLst/>
          </a:prstGeom>
          <a:solidFill>
            <a:srgbClr val="FF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Hiragino Kaku Gothic ProN"/>
              </a:rPr>
              <a:t>時間の使いすぎ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92024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M1 マイルストーンに対してキャラに 1 ヶ月使った。ネットワーク疎通や縮む島プロトに着手できず。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11247120" cy="777240"/>
          </a:xfrm>
          <a:prstGeom prst="roundRect">
            <a:avLst/>
          </a:prstGeom>
          <a:solidFill>
            <a:srgbClr val="FF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Hiragino Kaku Gothic ProN"/>
              </a:rPr>
              <a:t>勘で iterate しすぎた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83464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海外 artist の workflow を最初に調べていれば、v10〜v14 の試行錯誤は短縮できた。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11247120" cy="777240"/>
          </a:xfrm>
          <a:prstGeom prst="roundRect">
            <a:avLst/>
          </a:prstGeom>
          <a:solidFill>
            <a:srgbClr val="FF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Hiragino Kaku Gothic ProN"/>
              </a:rPr>
              <a:t>AI に判断を任せすぎた瞬間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4904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視覚審美の判断を AI に丸投げした結果、何度も「ピンク化」「色ズレ」事故が起きた。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11247120" cy="777240"/>
          </a:xfrm>
          <a:prstGeom prst="roundRect">
            <a:avLst/>
          </a:prstGeom>
          <a:solidFill>
            <a:srgbClr val="FF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Hiragino Kaku Gothic ProN"/>
              </a:rPr>
              <a:t>Shader trick の沼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66344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stencil / view-occ で「もう少しで治る」と思って深掘り → 結局形状で解決すべきだった。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86400"/>
            <a:ext cx="11247120" cy="777240"/>
          </a:xfrm>
          <a:prstGeom prst="roundRect">
            <a:avLst/>
          </a:prstGeom>
          <a:solidFill>
            <a:srgbClr val="FF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Hiragino Kaku Gothic ProN"/>
              </a:rPr>
              <a:t>分業ルールが遅かった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57784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「不安なところは自分」「機械的なところは AI」を明文化したのが今日 (4/28)。最初からやるべき。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発見・知見 (技術)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6F9F"/>
                </a:solidFill>
                <a:latin typeface="Hiragino Kaku Gothic Pro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SkinnedMeshRenderer の bind-pose 補間で微小な歪みが出る (100% bone weight でも)。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6F9F"/>
                </a:solidFill>
                <a:latin typeface="Hiragino Kaku Gothic Pro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Stencil clipping は描画順 + screen-space 依存で URP forward では信頼性に欠ける。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6F9F"/>
                </a:solidFill>
                <a:latin typeface="Hiragino Kaku Gothic ProN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SDF discard は描画順非依存・カメラ角度非依存・SRP Batcher 完全互換。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6F9F"/>
                </a:solidFill>
                <a:latin typeface="Hiragino Kaku Gothic ProN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MaterialPropertyBlock は SRP Batcher 有効時に黙殺される (global uniform を使う)。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6F9F"/>
                </a:solidFill>
                <a:latin typeface="Hiragino Kaku Gothic ProN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Humanoid Avatar の muscle space は bone scale 違いを吸収する (人間 1.9m → 球体 0.7m でも OK)。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044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6F9F"/>
                </a:solidFill>
                <a:latin typeface="Hiragino Kaku Gothic ProN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4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rigid Transform parent は bone が静止していれば Mixamo bone axis convention を完全無視できる。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6F9F"/>
                </a:solidFill>
                <a:latin typeface="Hiragino Kaku Gothic ProN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Solidify modifier の薄殻 + Cull Back は「上から覗くと内部が空洞に見える」事故を起こす。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6F9F"/>
                </a:solidFill>
                <a:latin typeface="Hiragino Kaku Gothic ProN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2628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Blender → FBX export の global_scale / apply_unit_scale 設定はキャラ size 罠の温床。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6F9F"/>
                </a:solidFill>
                <a:latin typeface="Hiragino Kaku Gothic ProN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.blend を直接編集 → FBX 上書き export が、「ユーザー手動編集を保つ」唯一の安全パス。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6F9F"/>
                </a:solidFill>
                <a:latin typeface="Hiragino Kaku Gothic ProN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321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Hiragino Kaku Gothic ProN"/>
              </a:rPr>
              <a:t>MCP (Unity / Blender / Meshy) を組み合わせると iteration 速度が体感 5 倍以上になる。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数字で見る 4 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3515258" cy="182880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3515258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6F9F"/>
                </a:solidFill>
                <a:latin typeface="Hiragino Kaku Gothic ProN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4028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Hiragino Kaku Gothic ProN"/>
              </a:rPr>
              <a:t>イテレーション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0604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v10 → v16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188720"/>
            <a:ext cx="3515258" cy="182880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1417320"/>
            <a:ext cx="3515258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6F9F"/>
                </a:solidFill>
                <a:latin typeface="Hiragino Kaku Gothic ProN"/>
              </a:rPr>
              <a:t>80+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8218" y="224028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Hiragino Kaku Gothic ProN"/>
              </a:rPr>
              <a:t>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8218" y="260604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main ブランチ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02116" y="1188720"/>
            <a:ext cx="3515258" cy="182880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2116" y="1417320"/>
            <a:ext cx="3515258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6F9F"/>
                </a:solidFill>
                <a:latin typeface="Hiragino Kaku Gothic ProN"/>
              </a:rPr>
              <a:t>244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2116" y="224028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Hiragino Kaku Gothic ProN"/>
              </a:rPr>
              <a:t>Screenshot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2116" y="260604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Assets/Screenshots/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383280"/>
            <a:ext cx="3515258" cy="182880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611880"/>
            <a:ext cx="3515258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6F9F"/>
                </a:solidFill>
                <a:latin typeface="Hiragino Kaku Gothic Pro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43484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Hiragino Kaku Gothic ProN"/>
              </a:rPr>
              <a:t>MCP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80060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Unity / Blender / Meshy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8218" y="3383280"/>
            <a:ext cx="3515258" cy="182880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8218" y="3611880"/>
            <a:ext cx="3515258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6F9F"/>
                </a:solidFill>
                <a:latin typeface="Hiragino Kaku Gothic ProN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8218" y="443484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Hiragino Kaku Gothic ProN"/>
              </a:rPr>
              <a:t>Sandbox scene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8218" y="480060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v16 / v16_humanoid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02116" y="3383280"/>
            <a:ext cx="3515258" cy="1828800"/>
          </a:xfrm>
          <a:prstGeom prst="round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2116" y="3611880"/>
            <a:ext cx="3515258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800" b="1">
                <a:solidFill>
                  <a:srgbClr val="FF6F9F"/>
                </a:solidFill>
                <a:latin typeface="Hiragino Kaku Gothic ProN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2116" y="443484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Hiragino Kaku Gothic ProN"/>
              </a:rPr>
              <a:t>ピンク化事故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2116" y="4800600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新規発生 (運用ルール後)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333333"/>
                </a:solidFill>
                <a:latin typeface="Hiragino Kaku Gothic ProN"/>
              </a:rPr>
              <a:t>今日 (4/28) の進捗 — 透明 Humanoid Rig 構築</a:t>
            </a:r>
          </a:p>
        </p:txBody>
      </p:sp>
      <p:pic>
        <p:nvPicPr>
          <p:cNvPr id="5" name="Picture 4" descr="v16_humanoid_step1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5029200" cy="27409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Hiragino Kaku Gothic ProN"/>
              </a:rPr>
              <a:t>v16 humanoid Step 1 完了 (Empty Transform で見た目変わらず)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05840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6F9F"/>
                </a:solidFill>
                <a:latin typeface="Hiragino Kaku Gothic ProN"/>
              </a:rPr>
              <a:t>今日構築したもの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Hiragino Kaku Gothic ProN"/>
              </a:rPr>
              <a:t>• Sandbox_v16_humanoid.unity 新規作成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Hiragino Kaku Gothic ProN"/>
              </a:rPr>
              <a:t>• EggybotHumanoidRig (空 GameObject)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Hiragino Kaku Gothic ProN"/>
              </a:rPr>
              <a:t>• 26 個の mixamorig:* bone を T-pose 配置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Hiragino Kaku Gothic ProN"/>
              </a:rPr>
              <a:t>• Mixamo 1.9m × 0.37 = v16 0.7m サイズ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Hiragino Kaku Gothic ProN"/>
              </a:rPr>
              <a:t>• 全 bone Empty Transform — 見た目には不可視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6F9F"/>
                </a:solidFill>
                <a:latin typeface="Hiragino Kaku Gothic ProN"/>
              </a:rPr>
              <a:t>次のステップ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Hiragino Kaku Gothic ProN"/>
              </a:rPr>
              <a:t>• Step 2: Avatar 構築 (HumanDescription + AvatarBuilder)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Hiragino Kaku Gothic ProN"/>
              </a:rPr>
              <a:t>• Step 3: 球と body を bone child に再 parent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Hiragino Kaku Gothic ProN"/>
              </a:rPr>
              <a:t>• Step 4: Mixamo Walking 流す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M2 以降の見通し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Hiragino Kaku Gothic ProN"/>
              </a:rPr>
              <a:t>5 月から本来の M1 タスクと M2 を並行で進める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247120" cy="640080"/>
          </a:xfrm>
          <a:prstGeom prst="roundRect">
            <a:avLst/>
          </a:prstGeom>
          <a:solidFill>
            <a:srgbClr val="FFB8D0"/>
          </a:solidFill>
          <a:ln>
            <a:solidFill>
              <a:srgbClr val="FF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6F9F"/>
                </a:solidFill>
                <a:latin typeface="Hiragino Kaku Gothic ProN"/>
              </a:rPr>
              <a:t>M2 (5月)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47672"/>
            <a:ext cx="8869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Hiragino Kaku Gothic ProN"/>
              </a:rPr>
              <a:t>Mixamo 統合完了 / スキル 3 種 / ドラフト UI / 4 ラウンド構造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11247120" cy="640080"/>
          </a:xfrm>
          <a:prstGeom prst="roundRect">
            <a:avLst/>
          </a:prstGeom>
          <a:solidFill>
            <a:srgbClr val="FAFAFA"/>
          </a:solidFill>
          <a:ln>
            <a:solidFill>
              <a:srgbClr val="FF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6F9F"/>
                </a:solidFill>
                <a:latin typeface="Hiragino Kaku Gothic ProN"/>
              </a:rPr>
              <a:t>M3 (6月)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24912"/>
            <a:ext cx="8869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Hiragino Kaku Gothic ProN"/>
              </a:rPr>
              <a:t>カプセル開閉 anim / しっぽ狩りバトル / 爆弾鬼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11247120" cy="640080"/>
          </a:xfrm>
          <a:prstGeom prst="roundRect">
            <a:avLst/>
          </a:prstGeom>
          <a:solidFill>
            <a:srgbClr val="FAFAFA"/>
          </a:solidFill>
          <a:ln>
            <a:solidFill>
              <a:srgbClr val="FF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0215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6F9F"/>
                </a:solidFill>
                <a:latin typeface="Hiragino Kaku Gothic ProN"/>
              </a:rPr>
              <a:t>M4 (7月)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502152"/>
            <a:ext cx="8869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Hiragino Kaku Gothic ProN"/>
              </a:rPr>
              <a:t>しっぽ狩り逃走 / スキル 10 種 / ルールカード 4 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0520"/>
            <a:ext cx="11247120" cy="640080"/>
          </a:xfrm>
          <a:prstGeom prst="roundRect">
            <a:avLst/>
          </a:prstGeom>
          <a:solidFill>
            <a:srgbClr val="FAFAFA"/>
          </a:solidFill>
          <a:ln>
            <a:solidFill>
              <a:srgbClr val="FF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7939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6F9F"/>
                </a:solidFill>
                <a:latin typeface="Hiragino Kaku Gothic ProN"/>
              </a:rPr>
              <a:t>M5 (8月)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279392"/>
            <a:ext cx="8869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Hiragino Kaku Gothic ProN"/>
              </a:rPr>
              <a:t>シーズンメタ / MVP 演出 / バランス調整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11247120" cy="640080"/>
          </a:xfrm>
          <a:prstGeom prst="roundRect">
            <a:avLst/>
          </a:prstGeom>
          <a:solidFill>
            <a:srgbClr val="FAFAFA"/>
          </a:solidFill>
          <a:ln>
            <a:solidFill>
              <a:srgbClr val="FF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5663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6F9F"/>
                </a:solidFill>
                <a:latin typeface="Hiragino Kaku Gothic ProN"/>
              </a:rPr>
              <a:t>M6 (9月)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056632"/>
            <a:ext cx="8869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Hiragino Kaku Gothic ProN"/>
              </a:rPr>
              <a:t>QA / 最適化 / Steam ビルド / 発表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Hiragino Kaku Gothic ProN"/>
              </a:rPr>
              <a:t>→ キャラには触れない。「動く」ことに集中。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  <a:latin typeface="Hiragino Kaku Gothic ProN"/>
              </a:rPr>
              <a:t>最後に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333333"/>
                </a:solidFill>
                <a:latin typeface="Hiragino Kaku Gothic ProN"/>
              </a:rPr>
              <a:t>「キャラ作りに 1 ヶ月」は、客観的に見れば長すぎた。
でも、自分のゲームに自分が誇れるキャラがいるという感覚は、
残り 5 ヶ月のモチベーション保持の核になる。
AI と協働しても、最後の判断は自分。
それを 1 ヶ月かけて学べたのは、5 月以降に効く。
5 月からは、キャラを触らない。動かす。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Hiragino Kaku Gothic ProN"/>
              </a:rPr>
              <a:t>ChaosDraftParty / 2026-04-28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