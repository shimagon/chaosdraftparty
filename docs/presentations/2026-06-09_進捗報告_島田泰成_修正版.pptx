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縮む島: 床が消える中で、中央へ逃げながら他プレイヤーとぶつかる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pic>
        <p:nvPicPr>
          <p:cNvPr id="6" name="Picture 5" descr="codex_si_play_first_warning_2026-05-25.png"/>
          <p:cNvPicPr>
            <a:picLocks noChangeAspect="1"/>
          </p:cNvPicPr>
          <p:nvPr/>
        </p:nvPicPr>
        <p:blipFill>
          <a:blip r:embed="rId2"/>
          <a:srcRect l="11024" r="11024"/>
          <a:stretch>
            <a:fillRect/>
          </a:stretch>
        </p:blipFill>
        <p:spPr>
          <a:xfrm>
            <a:off x="658368" y="1417320"/>
            <a:ext cx="699516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オレンジの床 = もうすぐ消える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白い床 = まだ安全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中央 = 最後に残るが狭い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橋 = 近道だがぶつかりやすい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青い円 = 復帰 launcher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動画差し替え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warning → collapse の流れ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安全へ走るほど、他プレイヤーと接触するコースに寄せた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四隅の島で動ける
ただし先に消える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移動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橋が最短ルート
狭いので接触する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終盤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中央は小さく安全
逃げ切り camping を防ぐ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復帰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launcher で戻る
また中央に集められる</a:t>
            </a:r>
          </a:p>
        </p:txBody>
      </p:sp>
      <p:pic>
        <p:nvPicPr>
          <p:cNvPr id="25" name="Picture 24" descr="codex_si_camera_center_objective_filled_2026-05-25.png"/>
          <p:cNvPicPr>
            <a:picLocks noChangeAspect="1"/>
          </p:cNvPicPr>
          <p:nvPr/>
        </p:nvPicPr>
        <p:blipFill>
          <a:blip r:embed="rId2"/>
          <a:srcRect t="23390" b="23390"/>
          <a:stretch>
            <a:fillRect/>
          </a:stretch>
        </p:blipFill>
        <p:spPr>
          <a:xfrm>
            <a:off x="822960" y="4251960"/>
            <a:ext cx="4709160" cy="14173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7442"/>
                </a:solidFill>
                <a:latin typeface="Yu Gothic"/>
              </a:rPr>
              <a:t>評価軸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32B"/>
                </a:solidFill>
                <a:latin typeface="Yu Gothic"/>
              </a:rPr>
              <a:t>10秒以内に目的が伝わるか / 1ラウンドで事故が2回以上起きるか / KOが納得できるか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2"/>
          <a:srcRect l="13158" r="13158"/>
          <a:stretch>
            <a:fillRect/>
          </a:stretch>
        </p:blipFill>
        <p:spPr>
          <a:xfrm>
            <a:off x="658368" y="1325880"/>
            <a:ext cx="32004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3794760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794760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3867912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429768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4599432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3794760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794760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3867912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429768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4599432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3794760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3794760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7" y="3867912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429768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4599432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直した理由を、症状 → 真因 → 対策で残すようにした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2148840" cy="384048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82496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症状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572768"/>
            <a:ext cx="2331720" cy="384048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682496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572768"/>
            <a:ext cx="2331720" cy="384048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682496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対策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572768"/>
            <a:ext cx="2331720" cy="384048"/>
          </a:xfrm>
          <a:prstGeom prst="rect">
            <a:avLst/>
          </a:prstGeom>
          <a:solidFill>
            <a:srgbClr val="605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82496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残した場所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057400"/>
            <a:ext cx="10899648" cy="71323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2219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32B"/>
                </a:solidFill>
                <a:latin typeface="Yu Gothic"/>
              </a:rPr>
              <a:t>ダッシュでガクッと揺れる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85416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enabled=false でも public method が発火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85416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OnDashStart に defensive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24028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5B54"/>
                </a:solidFill>
                <a:latin typeface="Yu Gothic"/>
              </a:rPr>
              <a:t>RULES / 日報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843784"/>
            <a:ext cx="10899648" cy="713232"/>
          </a:xfrm>
          <a:prstGeom prst="rect">
            <a:avLst/>
          </a:prstGeom>
          <a:solidFill>
            <a:srgbClr val="FCF8EF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0083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32B"/>
                </a:solidFill>
                <a:latin typeface="Yu Gothic"/>
              </a:rPr>
              <a:t>カメラ設定が保存値と違う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971800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Cinemachine が transform を上書き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971800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Play中のカメラ screenshot で確認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02666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5B54"/>
                </a:solidFill>
                <a:latin typeface="Yu Gothic"/>
              </a:rPr>
              <a:t>decision doc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630168"/>
            <a:ext cx="10899648" cy="71323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5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32B"/>
                </a:solidFill>
                <a:latin typeface="Yu Gothic"/>
              </a:rPr>
              <a:t>床 warning が不安定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58183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MaterialPropertyBlock が stale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758183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必要時に block を再生成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8130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5B54"/>
                </a:solidFill>
                <a:latin typeface="Yu Gothic"/>
              </a:rPr>
              <a:t>Tile.cs lesson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416552"/>
            <a:ext cx="10899648" cy="713232"/>
          </a:xfrm>
          <a:prstGeom prst="rect">
            <a:avLst/>
          </a:prstGeom>
          <a:solidFill>
            <a:srgbClr val="FCF8EF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58114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32B"/>
                </a:solidFill>
                <a:latin typeface="Yu Gothic"/>
              </a:rPr>
              <a:t>丸めた床が崩れて見える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544568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低角度で side face が破綻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544568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32B"/>
                </a:solidFill>
                <a:latin typeface="Yu Gothic"/>
              </a:rPr>
              <a:t>closed box に戻し、見た目は別パーツ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59943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5B54"/>
                </a:solidFill>
                <a:latin typeface="Yu Gothic"/>
              </a:rPr>
              <a:t>design reset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5358384"/>
            <a:ext cx="525780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605272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発表での言い方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586984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32B"/>
                </a:solidFill>
                <a:latin typeface="Yu Gothic"/>
              </a:rPr>
              <a:t>失敗を隠さず、同じミスを繰り返さない仕組みに変えた。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358384"/>
            <a:ext cx="493776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60527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品質管理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5586984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32B"/>
                </a:solidFill>
                <a:latin typeface="Yu Gothic"/>
              </a:rPr>
              <a:t>AI review loop + Codex handoff + User Play test で判断を分ける。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SPRINT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M3 は「選んだスキルを、縮む島で使う」1ラウンドを見せる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2971800" cy="14173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83664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82880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32B"/>
                </a:solidFill>
                <a:latin typeface="Yu Gothic"/>
              </a:rPr>
              <a:t>Draft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267712"/>
            <a:ext cx="1920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ラウンド前に
スキルを選ぶ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084831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27632"/>
            <a:ext cx="2971800" cy="14173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883664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82880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32B"/>
                </a:solidFill>
                <a:latin typeface="Yu Gothic"/>
              </a:rPr>
              <a:t>Skill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267712"/>
            <a:ext cx="1920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dash / jump / pulse を
縮む島で使う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084831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27632"/>
            <a:ext cx="2971800" cy="14173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83664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82880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32B"/>
                </a:solidFill>
                <a:latin typeface="Yu Gothic"/>
              </a:rPr>
              <a:t>2P Playtest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2267712"/>
            <a:ext cx="1920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橋・中央で接触し
KOまで確認する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86200"/>
            <a:ext cx="283464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3886200"/>
            <a:ext cx="283464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959352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89120"/>
            <a:ext cx="2505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差し替え動画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90872"/>
            <a:ext cx="2505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プレイヤー砂埃: 走る / ダッシュ / 着地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886200"/>
            <a:ext cx="283464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80" y="3886200"/>
            <a:ext cx="283464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8" y="3959352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4389120"/>
            <a:ext cx="2505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差し替え動画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4690872"/>
            <a:ext cx="2505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縮む島: warning → 床が落ちる → 中央へ逃げる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3886200"/>
            <a:ext cx="283464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3886200"/>
            <a:ext cx="283464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959352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4389120"/>
            <a:ext cx="2505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差し替え動画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4690872"/>
            <a:ext cx="2505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2人テスト: 橋か中央でぶつかる場面</a:t>
            </a:r>
          </a:p>
        </p:txBody>
      </p:sp>
      <p:pic>
        <p:nvPicPr>
          <p:cNvPr id="35" name="Picture 34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60520"/>
            <a:ext cx="868680" cy="868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05872" y="5138928"/>
            <a:ext cx="1234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05B54"/>
                </a:solidFill>
                <a:latin typeface="Yu Gothic"/>
              </a:rPr>
              <a:t>Meshy beacon
検証中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5742432"/>
            <a:ext cx="9326880" cy="45720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" y="5879592"/>
            <a:ext cx="11887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7442"/>
                </a:solidFill>
                <a:latin typeface="Yu Gothic"/>
              </a:rPr>
              <a:t>次の報告目標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6272" y="5843016"/>
            <a:ext cx="7223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32B"/>
                </a:solidFill>
                <a:latin typeface="Yu Gothic"/>
              </a:rPr>
              <a:t>1ラウンドの流れを動画で見せ、スキルが縮む島の事故を増やすかを検証する。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