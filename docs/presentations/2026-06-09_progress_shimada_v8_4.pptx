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96" y="6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microsoft.com/office/2007/relationships/media" Target="../media/media2.mp4"/><Relationship Id="rId2" Type="http://schemas.openxmlformats.org/officeDocument/2006/relationships/video" Target="../media/media2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6692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7442"/>
                </a:solidFill>
                <a:latin typeface="Yu Gothic"/>
              </a:rPr>
              <a:t>ChaosDraftParty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685800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AEE"/>
                </a:solidFill>
                <a:latin typeface="Yu Gothic"/>
              </a:rPr>
              <a:t>進捗報告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03120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E0D3"/>
                </a:solidFill>
                <a:latin typeface="Yu Gothic"/>
              </a:rPr>
              <a:t>2026年6月9日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4924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AEE"/>
                </a:solidFill>
                <a:latin typeface="Yu Gothic"/>
              </a:rPr>
              <a:t>島田泰成</a:t>
            </a:r>
          </a:p>
        </p:txBody>
      </p:sp>
      <p:pic>
        <p:nvPicPr>
          <p:cNvPr id="6" name="Picture 5" descr="codex_si_camera_center_objective_filled_2026-05-25.png"/>
          <p:cNvPicPr>
            <a:picLocks noChangeAspect="1"/>
          </p:cNvPicPr>
          <p:nvPr/>
        </p:nvPicPr>
        <p:blipFill>
          <a:blip r:embed="rId2"/>
          <a:srcRect l="23232" r="23232"/>
          <a:stretch>
            <a:fillRect/>
          </a:stretch>
        </p:blipFill>
        <p:spPr>
          <a:xfrm>
            <a:off x="5715000" y="0"/>
            <a:ext cx="649224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0" y="0"/>
            <a:ext cx="1508760" cy="6858000"/>
          </a:xfrm>
          <a:prstGeom prst="rect">
            <a:avLst/>
          </a:prstGeom>
          <a:solidFill>
            <a:srgbClr val="1E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FIRST VIEWER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初見向け: これは「スキルを選んで、ミニゲームで生き残る」対戦ゲーム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3401568" cy="4251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7442"/>
                </a:solidFill>
                <a:latin typeface="Yu Gothic"/>
              </a:rPr>
              <a:t>何を作っているか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788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2〜4人のオンライン 3D TPS パーティゲーム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各ラウンド前にスキルを選ぶ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短いミニゲームで使い、3試合の合計で勝負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ABB2"/>
                </a:solidFill>
                <a:latin typeface="Yu Gothic"/>
              </a:rPr>
              <a:t>例: 縮む島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2651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5B54"/>
                </a:solidFill>
                <a:latin typeface="Yu Gothic"/>
              </a:rPr>
              <a:t>床が順番に消える。安全地帯へ走るが、橋や中央で他プレイヤーとぶつかる。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442"/>
                </a:solidFill>
                <a:latin typeface="Yu Gothic"/>
              </a:rPr>
              <a:t>スキルを選ぶ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468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0702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4ABB2"/>
                </a:solidFill>
                <a:latin typeface="Yu Gothic"/>
              </a:rPr>
              <a:t>走る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32903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442"/>
                </a:solidFill>
                <a:latin typeface="Yu Gothic"/>
              </a:rPr>
              <a:t>床が消える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5878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4ABB2"/>
                </a:solidFill>
                <a:latin typeface="Yu Gothic"/>
              </a:rPr>
              <a:t>ぶつかる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8466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09B5C"/>
                </a:solidFill>
                <a:latin typeface="Yu Gothic"/>
              </a:rPr>
              <a:t>生き残る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3044952"/>
            <a:ext cx="6858000" cy="100584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3255264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442"/>
                </a:solidFill>
                <a:latin typeface="Yu Gothic"/>
              </a:rPr>
              <a:t>今日の報告で見せること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255264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32B"/>
                </a:solidFill>
                <a:latin typeface="Yu Gothic"/>
              </a:rPr>
              <a:t>操作・足・カメラ・砂埃を整え、縮む島を「事故が起きる遊び」に近づけた。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17720" y="4736592"/>
            <a:ext cx="2011680" cy="347472"/>
          </a:xfrm>
          <a:prstGeom prst="rect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27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プレイヤー砂埃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走る / ダッシュ / 着地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03720" y="4736592"/>
            <a:ext cx="2011680" cy="347472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13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68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縮む島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8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warning → collapse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9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89720" y="4736592"/>
            <a:ext cx="2011680" cy="347472"/>
          </a:xfrm>
          <a:prstGeom prst="rect">
            <a:avLst/>
          </a:prstGeom>
          <a:solidFill>
            <a:srgbClr val="70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99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4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2人テスト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橋・中央でぶつかる場面。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5月後半は、操作感・見た目・縮む島の土台作りに集中した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786384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704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5/22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Foot v3e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足めり込みを動的 clamp で解決</a:t>
            </a:r>
          </a:p>
        </p:txBody>
      </p:sp>
      <p:sp>
        <p:nvSpPr>
          <p:cNvPr id="11" name="Oval 10"/>
          <p:cNvSpPr/>
          <p:nvPr/>
        </p:nvSpPr>
        <p:spPr>
          <a:xfrm>
            <a:off x="2651760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26079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96896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5/23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Camera / Dust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ダッシュ揺れ真因特定、砂埃を作り直し</a:t>
            </a:r>
          </a:p>
        </p:txBody>
      </p:sp>
      <p:sp>
        <p:nvSpPr>
          <p:cNvPr id="16" name="Oval 15"/>
          <p:cNvSpPr/>
          <p:nvPr/>
        </p:nvSpPr>
        <p:spPr>
          <a:xfrm>
            <a:off x="4517136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91456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5/24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Always Run、半自動カメラ、reset</a:t>
            </a:r>
          </a:p>
        </p:txBody>
      </p:sp>
      <p:sp>
        <p:nvSpPr>
          <p:cNvPr id="21" name="Oval 20"/>
          <p:cNvSpPr/>
          <p:nvPr/>
        </p:nvSpPr>
        <p:spPr>
          <a:xfrm>
            <a:off x="6382512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56832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7648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5/25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Shrinking Island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四隅・橋・中央・launcher 構造へ</a:t>
            </a:r>
          </a:p>
        </p:txBody>
      </p:sp>
      <p:sp>
        <p:nvSpPr>
          <p:cNvPr id="26" name="Oval 25"/>
          <p:cNvSpPr/>
          <p:nvPr/>
        </p:nvSpPr>
        <p:spPr>
          <a:xfrm>
            <a:off x="8247888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522208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93023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6/02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3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VFX handoff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3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警告 / dissolve / BouncePad を引継ぎ</a:t>
            </a:r>
          </a:p>
        </p:txBody>
      </p:sp>
      <p:sp>
        <p:nvSpPr>
          <p:cNvPr id="31" name="Oval 30"/>
          <p:cNvSpPr/>
          <p:nvPr/>
        </p:nvSpPr>
        <p:spPr>
          <a:xfrm>
            <a:off x="10113263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399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6/09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399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399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発表用に動画枠と説明順を整理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239512"/>
            <a:ext cx="10744200" cy="621792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0704" y="5449824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学び: visual / camera / VFX は軽く足すほど危ない。動画解析・実測・review を先に置く。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SHRINKING ISLAND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縮む島: 4隅の安定スポーンから、橋・L字ゲート・高台を通って中央へ進む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973568" y="1417320"/>
            <a:ext cx="3493008" cy="507492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20" y="171907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442"/>
                </a:solidFill>
                <a:latin typeface="Yu Gothic"/>
              </a:rPr>
              <a:t>初見での読み方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176272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4隅のデッキ = スタート地点。外側で戦う時間を作る</a:t>
            </a:r>
          </a:p>
          <a:p>
            <a:r>
              <a:t>• 橋 = 低壁と柱で接触しやすい</a:t>
            </a:r>
          </a:p>
          <a:p>
            <a:r>
              <a:t>• L字ゲート = 中央直行を止める障害物</a:t>
            </a:r>
          </a:p>
          <a:p>
            <a:r>
              <a:t>• 高台 = M3スキルの着地点候補</a:t>
            </a:r>
          </a:p>
          <a:p>
            <a:r>
              <a:t>• 中央 2x2 = 最後に残るが密集する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5074920"/>
            <a:ext cx="2697480" cy="749808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85632" y="5285232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V8.4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1472" y="5285232"/>
            <a:ext cx="1143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高台追加 / Play接地確認済み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2093976"/>
            <a:ext cx="1508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Skill balcony 配置済み</a:t>
            </a:r>
            <a:endParaRPr sz="800" b="1" dirty="0">
              <a:solidFill>
                <a:srgbClr val="605B54"/>
              </a:solidFill>
              <a:latin typeface="Yu Gothic"/>
            </a:endParaRPr>
          </a:p>
        </p:txBody>
      </p:sp>
      <p:pic>
        <p:nvPicPr>
          <p:cNvPr id="15" name="Picture 14" descr="v8_4_overview_skill_heigh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1976461"/>
            <a:ext cx="6995160" cy="3956637"/>
          </a:xfrm>
          <a:prstGeom prst="rect">
            <a:avLst/>
          </a:prstGeom>
        </p:spPr>
      </p:pic>
      <p:pic>
        <p:nvPicPr>
          <p:cNvPr id="16" name="Picture 15" descr="v8_4_playmode_groun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68915" y="3824141"/>
            <a:ext cx="4127429" cy="23341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67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GAMEPLAY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4隅スポーン → 橋ポケット → L字ゲート → 高台/中央リングへ進む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32B"/>
                </a:solidFill>
                <a:latin typeface="Yu Gothic"/>
              </a:rPr>
              <a:t>序盤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4隅の安定デッキで開始</a:t>
            </a:r>
          </a:p>
          <a:p>
            <a:r>
              <a:t>すぐ中央へ行けない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238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8727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7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接触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橋の低壁と柱で</a:t>
            </a:r>
          </a:p>
          <a:p>
            <a:r>
              <a:t>同じラインに寄る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130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高台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dash / jump / pulse の</a:t>
            </a:r>
          </a:p>
          <a:p>
            <a:r>
              <a:t>着地点候補を追加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022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16567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9447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初回縮小 6秒→16秒</a:t>
            </a:r>
          </a:p>
          <a:p>
            <a:r>
              <a:t>1ラウンドを長くした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4251960"/>
            <a:ext cx="5440680" cy="141732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0" y="450799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確認済み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480560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Scene validate 0 / Console 0 / Play 5秒後 grounded=True</a:t>
            </a:r>
          </a:p>
        </p:txBody>
      </p:sp>
      <p:pic>
        <p:nvPicPr>
          <p:cNvPr id="29" name="Picture 28" descr="v8_4_gameplay_skill_he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4452" y="4251960"/>
            <a:ext cx="2506176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PLAYER FEEL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プレイヤーは、足・表情・砂埃・カメラで「動いている感」を整えた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6</a:t>
            </a:r>
          </a:p>
        </p:txBody>
      </p:sp>
      <p:pic>
        <p:nvPicPr>
          <p:cNvPr id="6" name="Picture 5" descr="eggybot_capture_final.png"/>
          <p:cNvPicPr>
            <a:picLocks noChangeAspect="1"/>
          </p:cNvPicPr>
          <p:nvPr/>
        </p:nvPicPr>
        <p:blipFill>
          <a:blip r:embed="rId4"/>
          <a:srcRect l="13158" r="13158"/>
          <a:stretch>
            <a:fillRect/>
          </a:stretch>
        </p:blipFill>
        <p:spPr>
          <a:xfrm>
            <a:off x="997327" y="1338042"/>
            <a:ext cx="1864115" cy="2529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1463040"/>
            <a:ext cx="6720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Foot: Animator の揺れに合わせて足元を毎フレ補正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Face: 停止 / 歩き / ダッシュ / ジャンプで口を切替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Camera: 揺れ・FOV punch を撤退し、酔いにくさを優先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Dust: 歩行・ダッシュ・着地の砂埃で接地感を追加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9171" y="2601468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009171" y="2601468"/>
            <a:ext cx="2011680" cy="347472"/>
          </a:xfrm>
          <a:prstGeom prst="rect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8899" y="2674620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3762" y="3104388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走行砂埃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3762" y="3406140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足元の薄い dust。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5171" y="2601468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5171" y="2601468"/>
            <a:ext cx="2011680" cy="347472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4899" y="2674620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9762" y="3104388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ダッシュ砂埃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9762" y="3406140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強めの burst。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81171" y="2601468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81171" y="2601468"/>
            <a:ext cx="2011680" cy="347472"/>
          </a:xfrm>
          <a:prstGeom prst="rect">
            <a:avLst/>
          </a:prstGeom>
          <a:solidFill>
            <a:srgbClr val="70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90898" y="2674620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45763" y="3104388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着地砂埃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5763" y="3406140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接地タイミングを見せる。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5742432"/>
            <a:ext cx="2057400" cy="32918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32120" y="5811012"/>
            <a:ext cx="1874519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87442"/>
                </a:solidFill>
                <a:latin typeface="Yu Gothic"/>
              </a:rPr>
              <a:t>動画はここに貼る</a:t>
            </a:r>
          </a:p>
        </p:txBody>
      </p:sp>
      <p:pic>
        <p:nvPicPr>
          <p:cNvPr id="25" name="bandicam 2026-06-09 13-45-55-791">
            <a:hlinkClick r:id="" action="ppaction://media"/>
            <a:extLst>
              <a:ext uri="{FF2B5EF4-FFF2-40B4-BE49-F238E27FC236}">
                <a16:creationId xmlns:a16="http://schemas.microsoft.com/office/drawing/2014/main" id="{F043B66E-593C-49F7-9F2D-E6E636E70F2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58979" y="4082796"/>
            <a:ext cx="4446143" cy="2583715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CFF23A60-800E-32F5-F2FA-166CB16FA1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592" y="4512998"/>
            <a:ext cx="2891492" cy="1723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00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NEXT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32B"/>
                </a:solidFill>
                <a:latin typeface="Yu Gothic"/>
              </a:rPr>
              <a:t>次にやること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27632"/>
            <a:ext cx="3337560" cy="1965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93852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4ABB2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93852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2P Playtest を撮る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542032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4隅スポーン → 橋ポケット → L字ゲート → 中央リングでぶつかる流れを撮る。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627632"/>
            <a:ext cx="3337560" cy="1965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9704" y="193852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87442"/>
                </a:solidFill>
                <a:latin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193852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砂埃と接地感を撮る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2542032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走行 / ダッシュ / 着地の3場面。床との接地感が見えるように撮る。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54112" y="1627632"/>
            <a:ext cx="3337560" cy="1965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91856" y="193852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709B5C"/>
                </a:solidFill>
                <a:latin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93852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2232B"/>
                </a:solidFill>
                <a:latin typeface="Yu Gothic"/>
              </a:rPr>
              <a:t>M3 の実装へ進む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542032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M3 の実装へ進む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4434840"/>
            <a:ext cx="10469880" cy="105156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Draft UI と dash / jump / pulse を、V8.4 の高台つき縮む島 1ラウンドに接続する。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4736592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7442"/>
                </a:solidFill>
                <a:latin typeface="Yu Gothic"/>
              </a:rPr>
              <a:t>次回の報告で見せたい状態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718304"/>
            <a:ext cx="7040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「スキルを選ぶ → 縮む島で使う → 2人でぶつかる」までを、1本の動画で説明できる状態。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943600"/>
            <a:ext cx="9966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今日の到達点: V8.4 ステージ、4隅スポーン、高台、Play接地確認まで完了。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FFAEE"/>
                </a:solidFill>
                <a:latin typeface="Yu Gothic"/>
              </a:rPr>
              <a:t>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82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E6E0D3"/>
                </a:solidFill>
                <a:latin typeface="Yu Gothic"/>
              </a:rPr>
              <a:t>ChaosDraftParty 進捗報告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AEE"/>
                </a:solidFill>
                <a:latin typeface="Yu Gothic"/>
              </a:rPr>
              <a:t>島田泰成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EBDC"/>
                </a:solidFill>
                <a:latin typeface="Yu Gothic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364</Words>
  <Application>Microsoft Office PowerPoint</Application>
  <PresentationFormat>ワイド画面</PresentationFormat>
  <Paragraphs>123</Paragraphs>
  <Slides>8</Slides>
  <Notes>0</Notes>
  <HiddenSlides>0</HiddenSlides>
  <MMClips>2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3CDN2218</cp:lastModifiedBy>
  <cp:revision>2</cp:revision>
  <dcterms:created xsi:type="dcterms:W3CDTF">2013-01-27T09:14:16Z</dcterms:created>
  <dcterms:modified xsi:type="dcterms:W3CDTF">2026-06-09T04:47:49Z</dcterms:modified>
  <cp:category/>
</cp:coreProperties>
</file>