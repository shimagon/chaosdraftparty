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/>
              <a:t>縮む島: 四隅の島から中央へ進むほど、他プレイヤーと接触する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rPr sz="1500"/>
              <a:t>• 四隅の島 = スタート地点。広いが先に消える
• 橋 = 中央リングへの入口。狭くて接触しやすい
• 黒い blocker = 中央直行を止める障害物
• 中央 2x2 = 最後に残るが密集する
• 青い円 = 落下後に戻る recovery launcher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/>
              <a:t>差し替え候補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/>
              <a:t>Play camera / warning → collapse 動画をここへ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/>
              <a:t>Playtest_Eggybot 配置済み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Picture 14" descr="screenshot-20260609-192441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1976461"/>
            <a:ext cx="6995160" cy="3956637"/>
          </a:xfrm>
          <a:prstGeom prst="rect">
            <a:avLst/>
          </a:prstGeom>
        </p:spPr>
      </p:pic>
      <p:pic>
        <p:nvPicPr>
          <p:cNvPr id="16" name="Picture 15" descr="screenshot-20260609-1931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915" y="3824141"/>
            <a:ext cx="4127429" cy="2334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/>
              <a:t>四隅の島 → 橋 → 中央リング → 最終 2x2 へ進む構造にした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/>
              <a:t>四隅の島で開始
広いが先に消える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移動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/>
              <a:t>橋で中央リングへ入る
狭いので接触する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終盤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/>
              <a:t>中央は最後に残る
ただし blocker で密集する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復帰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/>
              <a:t>launcher で復帰
中心ではなく入口へ戻す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7442"/>
                </a:solidFill>
                <a:latin typeface="Yu Gothic"/>
              </a:rPr>
              <a:t>評価軸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/>
              <a:t>10秒以内に目的が伝わるか / 1ラウンドで事故が起きるか / KO が納得できるか / 2P で中央リングに合流するか</a:t>
            </a:r>
          </a:p>
        </p:txBody>
      </p:sp>
      <p:pic>
        <p:nvPicPr>
          <p:cNvPr id="29" name="Picture 28" descr="screenshot-20260609-1924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452" y="4251960"/>
            <a:ext cx="25061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/>
              <a:t>縮む島の動画を撮る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/>
              <a:t>四隅の島 → 橋 → 中央リング → warning → 床が落ちる流れを撮る。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/>
              <a:t>プレイヤー砂埃の動画を撮る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/>
              <a:t>走行 / ダッシュ / 着地の3場面。接地感と速度感が見えるように撮る。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/>
              <a:t>Draft UI と dash / jump / pulse を、V8 の縮む島 1ラウンドに接続する。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/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/>
              <a:t>今日の到達点: ShrinkingIslandProto に V8 ステージと撮影用プレイヤーを配置済み。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