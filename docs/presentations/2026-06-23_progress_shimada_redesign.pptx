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1069848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400" b="1">
                <a:solidFill>
                  <a:srgbClr val="23242B"/>
                </a:solidFill>
                <a:latin typeface="Yu Gothic"/>
              </a:rPr>
              <a:t>進捗報告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225296"/>
            <a:ext cx="9692640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0">
                <a:solidFill>
                  <a:srgbClr val="5B5850"/>
                </a:solidFill>
                <a:latin typeface="Yu Gothic"/>
              </a:rPr>
              <a:t>Shrinking Island の現状と、ゲームを作り直す方針</a:t>
            </a:r>
          </a:p>
        </p:txBody>
      </p:sp>
      <p:pic>
        <p:nvPicPr>
          <p:cNvPr id="4" name="Picture 3" descr="v8_10_camera_radius_13_2_play_2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28800"/>
            <a:ext cx="571500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85232"/>
            <a:ext cx="4206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242B"/>
                </a:solidFill>
                <a:latin typeface="Yu Gothic"/>
              </a:rPr>
              <a:t>島田 泰成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42062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5850"/>
                </a:solidFill>
                <a:latin typeface="Yu Gothic"/>
              </a:rPr>
              <a:t>2026-06-23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325880" cy="384048"/>
          </a:xfrm>
          <a:prstGeom prst="roundRect">
            <a:avLst/>
          </a:prstGeom>
          <a:solidFill>
            <a:srgbClr val="2FA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1325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現状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7752"/>
            <a:ext cx="44988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3242B"/>
                </a:solidFill>
                <a:latin typeface="Yu Gothic"/>
              </a:rPr>
              <a:t>M2 の足回りと Shrinking Island の土台は進んだ。</a:t>
            </a:r>
            <a:br/>
            <a:r>
              <a:rPr sz="2200" b="1">
                <a:solidFill>
                  <a:srgbClr val="23242B"/>
                </a:solidFill>
                <a:latin typeface="Yu Gothic"/>
              </a:rPr>
              <a:t>ただし、遊びとしては設計を見直す必要が出てきた。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CURRENT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36576"/>
          </a:xfrm>
          <a:prstGeom prst="rect">
            <a:avLst/>
          </a:prstGeom>
          <a:solidFill>
            <a:srgbClr val="EE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38404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5850"/>
                </a:solidFill>
                <a:latin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3242B"/>
                </a:solidFill>
                <a:latin typeface="Yu Gothic"/>
              </a:rPr>
              <a:t>ここまでは、M2 の足回りを締めて M3 検証へ進める土台を作った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3429000" cy="150876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99032"/>
            <a:ext cx="302666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E703A"/>
                </a:solidFill>
                <a:latin typeface="Yu Gothic"/>
              </a:rPr>
              <a:t>プレイ体感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837944"/>
            <a:ext cx="3026664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42B"/>
                </a:solidFill>
                <a:latin typeface="Yu Gothic"/>
              </a:rPr>
              <a:t>足・顔・移動・カメラの違和感を実測ベースで修正。</a:t>
            </a:r>
            <a:br/>
            <a:r>
              <a:rPr sz="1500" b="0">
                <a:solidFill>
                  <a:srgbClr val="23242B"/>
                </a:solidFill>
                <a:latin typeface="Yu Gothic"/>
              </a:rPr>
              <a:t>酔いやすい camera 演出は撤退。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234440"/>
            <a:ext cx="3429000" cy="150876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99032"/>
            <a:ext cx="302666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FAAB1"/>
                </a:solidFill>
                <a:latin typeface="Yu Gothic"/>
              </a:rPr>
              <a:t>縮む島 V8.10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37944"/>
            <a:ext cx="3026664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42B"/>
                </a:solidFill>
                <a:latin typeface="Yu Gothic"/>
              </a:rPr>
              <a:t>4隅スポーン、外周ルート、橋、中央圧力、復帰 launcher まで再設計。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4736" y="1234440"/>
            <a:ext cx="3429000" cy="150876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399032"/>
            <a:ext cx="302666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6F995A"/>
                </a:solidFill>
                <a:latin typeface="Yu Gothic"/>
              </a:rPr>
              <a:t>品質管理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1837944"/>
            <a:ext cx="3026664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42B"/>
                </a:solidFill>
                <a:latin typeface="Yu Gothic"/>
              </a:rPr>
              <a:t>Console 0、EditMode 9/9、docs / review に直した理由を残した。</a:t>
            </a:r>
          </a:p>
        </p:txBody>
      </p:sp>
      <p:pic>
        <p:nvPicPr>
          <p:cNvPr id="15" name="Picture 14" descr="v8_10_overview_switchback_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27248"/>
            <a:ext cx="5532120" cy="2834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01968" y="3246120"/>
            <a:ext cx="4709160" cy="2359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3242B"/>
                </a:solidFill>
                <a:latin typeface="Yu Gothic"/>
              </a:rPr>
              <a:t>直線で中央へ行きづらくするため、switchback と incident pocket を追加。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3242B"/>
                </a:solidFill>
                <a:latin typeface="Yu Gothic"/>
              </a:rPr>
              <a:t>中心へ向かうほど接触しやすい構造を狙った。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3242B"/>
                </a:solidFill>
                <a:latin typeface="Yu Gothic"/>
              </a:rPr>
              <a:t>発表用デッキ、録画チェックリスト、ハンドオフを更新済み。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B4D3C"/>
                </a:solidFill>
                <a:latin typeface="Yu Gothic"/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36576"/>
          </a:xfrm>
          <a:prstGeom prst="rect">
            <a:avLst/>
          </a:prstGeom>
          <a:solidFill>
            <a:srgbClr val="CB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38404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5850"/>
                </a:solidFill>
                <a:latin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3242B"/>
                </a:solidFill>
                <a:latin typeface="Yu Gothic"/>
              </a:rPr>
              <a:t>でも、今のままだとゲームとして面白くない可能性が高い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3474720" cy="30632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0723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CB4D3C"/>
                </a:solidFill>
                <a:latin typeface="Yu Gothic"/>
              </a:rPr>
              <a:t>問題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9384"/>
            <a:ext cx="3072384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42B"/>
                </a:solidFill>
                <a:latin typeface="Yu Gothic"/>
              </a:rPr>
              <a:t>広くしただけだと、移動時間が伸びるだけ。</a:t>
            </a:r>
            <a:br/>
            <a:br/>
            <a:r>
              <a:rPr sz="1800" b="0">
                <a:solidFill>
                  <a:srgbClr val="23242B"/>
                </a:solidFill>
                <a:latin typeface="Yu Gothic"/>
              </a:rPr>
              <a:t>プレイヤー同士が自然にぶつかる理由が弱い。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3474720" cy="30632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490472"/>
            <a:ext cx="30723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CB4D3C"/>
                </a:solidFill>
                <a:latin typeface="Yu Gothic"/>
              </a:rPr>
              <a:t>問題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929384"/>
            <a:ext cx="3072384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42B"/>
                </a:solidFill>
                <a:latin typeface="Yu Gothic"/>
              </a:rPr>
              <a:t>障害物を足すほど、画面はリッチになるが遊びの目的が読みにくくなる。</a:t>
            </a:r>
            <a:br/>
            <a:br/>
            <a:r>
              <a:rPr sz="1800" b="0">
                <a:solidFill>
                  <a:srgbClr val="23242B"/>
                </a:solidFill>
                <a:latin typeface="Yu Gothic"/>
              </a:rPr>
              <a:t>今は情報量が多い。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325880"/>
            <a:ext cx="3474720" cy="30632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490472"/>
            <a:ext cx="30723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CB4D3C"/>
                </a:solidFill>
                <a:latin typeface="Yu Gothic"/>
              </a:rPr>
              <a:t>問題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929384"/>
            <a:ext cx="3072384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42B"/>
                </a:solidFill>
                <a:latin typeface="Yu Gothic"/>
              </a:rPr>
              <a:t>中央が「安全地帯」に見えると、全員が同じ行動をして終わる。</a:t>
            </a:r>
            <a:br/>
            <a:br/>
            <a:r>
              <a:rPr sz="1800" b="0">
                <a:solidFill>
                  <a:srgbClr val="23242B"/>
                </a:solidFill>
                <a:latin typeface="Yu Gothic"/>
              </a:rPr>
              <a:t>駆け引きが薄い。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75504"/>
            <a:ext cx="105156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3242B"/>
                </a:solidFill>
                <a:latin typeface="Yu Gothic"/>
              </a:rPr>
              <a:t>判断: V8 を磨き続けるより、V9 として遊びのルールから設計し直す。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DIAGNOSIS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36576"/>
          </a:xfrm>
          <a:prstGeom prst="rect">
            <a:avLst/>
          </a:prstGeom>
          <a:solidFill>
            <a:srgbClr val="EE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38404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5850"/>
                </a:solidFill>
                <a:latin typeface="Yu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3242B"/>
                </a:solidFill>
                <a:latin typeface="Yu Gothic"/>
              </a:rPr>
              <a:t>足りないのは「ステージの広さ」ではなく、事故が起きる必然性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3108960" cy="12344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463039"/>
            <a:ext cx="270662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FAAB1"/>
                </a:solidFill>
                <a:latin typeface="Yu Gothic"/>
              </a:rPr>
              <a:t>現状の構造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01952"/>
            <a:ext cx="2706624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3242B"/>
                </a:solidFill>
                <a:latin typeface="Yu Gothic"/>
              </a:rPr>
              <a:t>安全な中央へ進む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86200" y="1920240"/>
            <a:ext cx="914400" cy="0"/>
          </a:xfrm>
          <a:prstGeom prst="line">
            <a:avLst/>
          </a:prstGeom>
          <a:ln w="17780">
            <a:solidFill>
              <a:srgbClr val="5B58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983480" y="1298448"/>
            <a:ext cx="3108960" cy="12344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1463039"/>
            <a:ext cx="270662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FAAB1"/>
                </a:solidFill>
                <a:latin typeface="Yu Gothic"/>
              </a:rPr>
              <a:t>起きやすい行動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901952"/>
            <a:ext cx="2706624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3242B"/>
                </a:solidFill>
                <a:latin typeface="Yu Gothic"/>
              </a:rPr>
              <a:t>他人を避けて移動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1920240"/>
            <a:ext cx="914401" cy="0"/>
          </a:xfrm>
          <a:prstGeom prst="line">
            <a:avLst/>
          </a:prstGeom>
          <a:ln w="17780">
            <a:solidFill>
              <a:srgbClr val="5B58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35440" y="1298448"/>
            <a:ext cx="2331720" cy="12344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6608" y="1463039"/>
            <a:ext cx="19293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CB4D3C"/>
                </a:solidFill>
                <a:latin typeface="Yu Gothic"/>
              </a:rPr>
              <a:t>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8" y="1901952"/>
            <a:ext cx="1929384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3242B"/>
                </a:solidFill>
                <a:latin typeface="Yu Gothic"/>
              </a:rPr>
              <a:t>作業感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246120"/>
            <a:ext cx="3108960" cy="12344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410712"/>
            <a:ext cx="270662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E703A"/>
                </a:solidFill>
                <a:latin typeface="Yu Gothic"/>
              </a:rPr>
              <a:t>必要な構造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849624"/>
            <a:ext cx="2706624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3242B"/>
                </a:solidFill>
                <a:latin typeface="Yu Gothic"/>
              </a:rPr>
              <a:t>安全に行きたい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6200" y="3858768"/>
            <a:ext cx="914400" cy="0"/>
          </a:xfrm>
          <a:prstGeom prst="line">
            <a:avLst/>
          </a:prstGeom>
          <a:ln w="17780">
            <a:solidFill>
              <a:srgbClr val="EE7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983480" y="3246120"/>
            <a:ext cx="3108960" cy="12344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4648" y="3410712"/>
            <a:ext cx="270662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E703A"/>
                </a:solidFill>
                <a:latin typeface="Yu Gothic"/>
              </a:rPr>
              <a:t>でも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3849624"/>
            <a:ext cx="2706624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3242B"/>
                </a:solidFill>
                <a:latin typeface="Yu Gothic"/>
              </a:rPr>
              <a:t>同じ通路に押し込まれる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83879" y="3858768"/>
            <a:ext cx="914401" cy="0"/>
          </a:xfrm>
          <a:prstGeom prst="line">
            <a:avLst/>
          </a:prstGeom>
          <a:ln w="17780">
            <a:solidFill>
              <a:srgbClr val="EE7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235440" y="3246120"/>
            <a:ext cx="2331720" cy="12344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3410712"/>
            <a:ext cx="19293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6F995A"/>
                </a:solidFill>
                <a:latin typeface="Yu Gothic"/>
              </a:rPr>
              <a:t>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849624"/>
            <a:ext cx="1929384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3242B"/>
                </a:solidFill>
                <a:latin typeface="Yu Gothic"/>
              </a:rPr>
              <a:t>事故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85232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3242B"/>
                </a:solidFill>
                <a:latin typeface="Yu Gothic"/>
              </a:rPr>
              <a:t>設計の中心文: 中央へ逃げたい。でも安全ルートほど他プレイヤーとぶつかる。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FAAB1"/>
                </a:solidFill>
                <a:latin typeface="Yu Gothic"/>
              </a:rPr>
              <a:t>V9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36576"/>
          </a:xfrm>
          <a:prstGeom prst="rect">
            <a:avLst/>
          </a:prstGeom>
          <a:solidFill>
            <a:srgbClr val="2FA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38404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5850"/>
                </a:solidFill>
                <a:latin typeface="Yu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23242B"/>
                </a:solidFill>
                <a:latin typeface="Yu Gothic"/>
              </a:rPr>
              <a:t>V9 は「強制合流するバトルコース」に作り直す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3520440" cy="32918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9888"/>
            <a:ext cx="31181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FAAB1"/>
                </a:solidFill>
                <a:latin typeface="Yu Gothic"/>
              </a:rPr>
              <a:t>1. 強制合流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28800"/>
            <a:ext cx="3118104" cy="2542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42B"/>
                </a:solidFill>
                <a:latin typeface="Yu Gothic"/>
              </a:rPr>
              <a:t>開始は4隅。</a:t>
            </a:r>
            <a:br/>
            <a:r>
              <a:rPr sz="1800" b="0">
                <a:solidFill>
                  <a:srgbClr val="23242B"/>
                </a:solidFill>
                <a:latin typeface="Yu Gothic"/>
              </a:rPr>
              <a:t>10秒以内に、2人以上が同じ橋・通路・中央入口へ入るようにする。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225296"/>
            <a:ext cx="3520440" cy="32918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89888"/>
            <a:ext cx="31181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E703A"/>
                </a:solidFill>
                <a:latin typeface="Yu Gothic"/>
              </a:rPr>
              <a:t>2. 中央を奪い合う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28800"/>
            <a:ext cx="3118104" cy="2542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42B"/>
                </a:solidFill>
                <a:latin typeface="Yu Gothic"/>
              </a:rPr>
              <a:t>中央はただの安全地帯にしない。</a:t>
            </a:r>
            <a:br/>
            <a:r>
              <a:rPr sz="1800" b="0">
                <a:solidFill>
                  <a:srgbClr val="23242B"/>
                </a:solidFill>
                <a:latin typeface="Yu Gothic"/>
              </a:rPr>
              <a:t>触るとゲージ、回復、スコアなどの報酬を置く。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25296"/>
            <a:ext cx="3520440" cy="32918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389888"/>
            <a:ext cx="31181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6F995A"/>
                </a:solidFill>
                <a:latin typeface="Yu Gothic"/>
              </a:rPr>
              <a:t>3. スキル用途を固定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828800"/>
            <a:ext cx="3118104" cy="2542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42B"/>
                </a:solidFill>
                <a:latin typeface="Yu Gothic"/>
              </a:rPr>
              <a:t>dash は押し出し。</a:t>
            </a:r>
            <a:br/>
            <a:r>
              <a:rPr sz="1800" b="0">
                <a:solidFill>
                  <a:srgbClr val="23242B"/>
                </a:solidFill>
                <a:latin typeface="Yu Gothic"/>
              </a:rPr>
              <a:t>jump は段差・崩落越え。</a:t>
            </a:r>
            <a:br/>
            <a:r>
              <a:rPr sz="1800" b="0">
                <a:solidFill>
                  <a:srgbClr val="23242B"/>
                </a:solidFill>
                <a:latin typeface="Yu Gothic"/>
              </a:rPr>
              <a:t>pulse は中央と橋の制圧。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074920"/>
            <a:ext cx="1060704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3242B"/>
                </a:solidFill>
                <a:latin typeface="Yu Gothic"/>
              </a:rPr>
              <a:t>見た目は広く、実際の接触ポイントは狭く。遊びは「逃げる」ではなく「逃げたいのにぶつかる」。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F995A"/>
                </a:solidFill>
                <a:latin typeface="Yu Gothic"/>
              </a:rPr>
              <a:t>ROUND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36576"/>
          </a:xfrm>
          <a:prstGeom prst="rect">
            <a:avLst/>
          </a:prstGeom>
          <a:solidFill>
            <a:srgbClr val="6F9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38404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5850"/>
                </a:solidFill>
                <a:latin typeface="Yu Gothi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100" b="1">
                <a:solidFill>
                  <a:srgbClr val="23242B"/>
                </a:solidFill>
                <a:latin typeface="Yu Gothic"/>
              </a:rPr>
              <a:t>新しい 1 ラウンドの流れ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1051560" cy="384048"/>
          </a:xfrm>
          <a:prstGeom prst="roundRect">
            <a:avLst/>
          </a:prstGeom>
          <a:solidFill>
            <a:srgbClr val="2FA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51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0-5s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2331720" cy="205740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47672"/>
            <a:ext cx="19293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FAAB1"/>
                </a:solidFill>
                <a:latin typeface="Yu Gothic"/>
              </a:rPr>
              <a:t>4隅スタート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86584"/>
            <a:ext cx="1929384" cy="1307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3242B"/>
                </a:solidFill>
                <a:latin typeface="Yu Gothic"/>
              </a:rPr>
              <a:t>目的地と危険ルートを読む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81528" y="2788920"/>
            <a:ext cx="347472" cy="0"/>
          </a:xfrm>
          <a:prstGeom prst="line">
            <a:avLst/>
          </a:prstGeom>
          <a:ln w="17780">
            <a:solidFill>
              <a:srgbClr val="2FA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298448"/>
            <a:ext cx="1051560" cy="384048"/>
          </a:xfrm>
          <a:prstGeom prst="roundRect">
            <a:avLst/>
          </a:prstGeom>
          <a:solidFill>
            <a:srgbClr val="EE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371600"/>
            <a:ext cx="1051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5-15s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783080"/>
            <a:ext cx="2331720" cy="205740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1947672"/>
            <a:ext cx="19293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E703A"/>
                </a:solidFill>
                <a:latin typeface="Yu Gothic"/>
              </a:rPr>
              <a:t>外周崩落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386584"/>
            <a:ext cx="1929384" cy="1307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3242B"/>
                </a:solidFill>
                <a:latin typeface="Yu Gothic"/>
              </a:rPr>
              <a:t>同じ橋へ押し出される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788920"/>
            <a:ext cx="347472" cy="0"/>
          </a:xfrm>
          <a:prstGeom prst="line">
            <a:avLst/>
          </a:prstGeom>
          <a:ln w="17780">
            <a:solidFill>
              <a:srgbClr val="EE7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73952" y="1298448"/>
            <a:ext cx="1051560" cy="384048"/>
          </a:xfrm>
          <a:prstGeom prst="roundRect">
            <a:avLst/>
          </a:prstGeom>
          <a:solidFill>
            <a:srgbClr val="6F9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371600"/>
            <a:ext cx="1051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15-30s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3952" y="1783080"/>
            <a:ext cx="2331720" cy="205740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947672"/>
            <a:ext cx="19293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6F995A"/>
                </a:solidFill>
                <a:latin typeface="Yu Gothic"/>
              </a:rPr>
              <a:t>中央争奪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86584"/>
            <a:ext cx="1929384" cy="1307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3242B"/>
                </a:solidFill>
                <a:latin typeface="Yu Gothic"/>
              </a:rPr>
              <a:t>dash / pulse で押し合う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97112" y="2788920"/>
            <a:ext cx="347472" cy="0"/>
          </a:xfrm>
          <a:prstGeom prst="line">
            <a:avLst/>
          </a:prstGeom>
          <a:ln w="17780">
            <a:solidFill>
              <a:srgbClr val="6F9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381744" y="1298448"/>
            <a:ext cx="1051560" cy="384048"/>
          </a:xfrm>
          <a:prstGeom prst="roundRect">
            <a:avLst/>
          </a:prstGeom>
          <a:solidFill>
            <a:srgbClr val="CB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1371600"/>
            <a:ext cx="1051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30s-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81744" y="1783080"/>
            <a:ext cx="2331720" cy="205740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2912" y="1947672"/>
            <a:ext cx="19293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CB4D3C"/>
                </a:solidFill>
                <a:latin typeface="Yu Gothic"/>
              </a:rPr>
              <a:t>最終圧縮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2386584"/>
            <a:ext cx="1929384" cy="1307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3242B"/>
                </a:solidFill>
                <a:latin typeface="Yu Gothic"/>
              </a:rPr>
              <a:t>jump / 復帰 / KO が連鎖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709160"/>
            <a:ext cx="10927080" cy="841248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873752"/>
            <a:ext cx="1052474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E703A"/>
                </a:solidFill>
                <a:latin typeface="Yu Gothic"/>
              </a:rPr>
              <a:t>発表での言い方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312664"/>
            <a:ext cx="10524744" cy="91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23242B"/>
                </a:solidFill>
                <a:latin typeface="Yu Gothic"/>
              </a:rPr>
              <a:t>今の V8 は土台として使うが、面白さの核は V9 で作り直す。次回は 30 秒以内に 2 回以上事故が起きる灰色ブロック版を見せる。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NEXT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36576"/>
          </a:xfrm>
          <a:prstGeom prst="rect">
            <a:avLst/>
          </a:prstGeom>
          <a:solidFill>
            <a:srgbClr val="EE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38404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5850"/>
                </a:solidFill>
                <a:latin typeface="Yu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3242B"/>
                </a:solidFill>
                <a:latin typeface="Yu Gothic"/>
              </a:rPr>
              <a:t>次に作る V9 は、見た目より先に面白さを検証する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25296"/>
            <a:ext cx="3520440" cy="30632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89888"/>
            <a:ext cx="31181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6F995A"/>
                </a:solidFill>
                <a:latin typeface="Yu Gothic"/>
              </a:rPr>
              <a:t>合格条件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28800"/>
            <a:ext cx="3118104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42B"/>
                </a:solidFill>
                <a:latin typeface="Yu Gothic"/>
              </a:rPr>
              <a:t>30秒以内に接触が2回以上起きる。</a:t>
            </a:r>
            <a:br/>
            <a:br/>
            <a:r>
              <a:rPr sz="1800" b="0">
                <a:solidFill>
                  <a:srgbClr val="23242B"/>
                </a:solidFill>
                <a:latin typeface="Yu Gothic"/>
              </a:rPr>
              <a:t>中央到達が作業ではなく、奪い合いになる。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25296"/>
            <a:ext cx="3520440" cy="30632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89888"/>
            <a:ext cx="31181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FAAB1"/>
                </a:solidFill>
                <a:latin typeface="Yu Gothic"/>
              </a:rPr>
              <a:t>確認すること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828800"/>
            <a:ext cx="3118104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42B"/>
                </a:solidFill>
                <a:latin typeface="Yu Gothic"/>
              </a:rPr>
              <a:t>dash / jump / pulse の使いどころが、それぞれ違って見える。</a:t>
            </a:r>
            <a:br/>
            <a:br/>
            <a:r>
              <a:rPr sz="1800" b="0">
                <a:solidFill>
                  <a:srgbClr val="23242B"/>
                </a:solidFill>
                <a:latin typeface="Yu Gothic"/>
              </a:rPr>
              <a:t>KO が納得できる。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225296"/>
            <a:ext cx="3520440" cy="3063240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389888"/>
            <a:ext cx="31181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CB4D3C"/>
                </a:solidFill>
                <a:latin typeface="Yu Gothic"/>
              </a:rPr>
              <a:t>やらないこと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28800"/>
            <a:ext cx="3118104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42B"/>
                </a:solidFill>
                <a:latin typeface="Yu Gothic"/>
              </a:rPr>
              <a:t>装飾を増やして誤魔化さない。</a:t>
            </a:r>
            <a:br/>
            <a:br/>
            <a:r>
              <a:rPr sz="1800" b="0">
                <a:solidFill>
                  <a:srgbClr val="23242B"/>
                </a:solidFill>
                <a:latin typeface="Yu Gothic"/>
              </a:rPr>
              <a:t>広さだけを増やさない。</a:t>
            </a:r>
            <a:br/>
            <a:br/>
            <a:r>
              <a:rPr sz="1800" b="0">
                <a:solidFill>
                  <a:srgbClr val="23242B"/>
                </a:solidFill>
                <a:latin typeface="Yu Gothic"/>
              </a:rPr>
              <a:t>動画映えだけで判断しない。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02352"/>
            <a:ext cx="1051560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3242B"/>
                </a:solidFill>
                <a:latin typeface="Yu Gothic"/>
              </a:rPr>
              <a:t>次の報告目標: V9 の灰色ブロック版で、1 ラウンドの流れと事故ポイントを動画で見せる。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86032" y="6510528"/>
            <a:ext cx="38404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5850"/>
                </a:solidFill>
                <a:latin typeface="Yu Gothic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68680"/>
            <a:ext cx="1024128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400" b="1">
                <a:solidFill>
                  <a:srgbClr val="23242B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19072"/>
            <a:ext cx="9875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>
                <a:solidFill>
                  <a:srgbClr val="5B5850"/>
                </a:solidFill>
                <a:latin typeface="Yu Gothic"/>
              </a:rPr>
              <a:t>次回: Shrinking Island V9 の作り直し版を、2P事故が起きる形で検証</a:t>
            </a:r>
          </a:p>
        </p:txBody>
      </p:sp>
      <p:pic>
        <p:nvPicPr>
          <p:cNvPr id="5" name="Picture 4" descr="v8_10_camera_radius_13_2_play_2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43200"/>
            <a:ext cx="5303520" cy="2889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2743200"/>
            <a:ext cx="4983480" cy="2889504"/>
          </a:xfrm>
          <a:prstGeom prst="rect">
            <a:avLst/>
          </a:prstGeom>
          <a:solidFill>
            <a:srgbClr val="FCF9F2"/>
          </a:solidFill>
          <a:ln w="12700">
            <a:solidFill>
              <a:srgbClr val="C4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7" y="2907792"/>
            <a:ext cx="458114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E703A"/>
                </a:solidFill>
                <a:latin typeface="Yu Gothic"/>
              </a:rPr>
              <a:t>今日の結論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93407" y="3346704"/>
            <a:ext cx="4581144" cy="21396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3242B"/>
                </a:solidFill>
                <a:latin typeface="Yu Gothic"/>
              </a:rPr>
              <a:t>M2 の足回りと技術土台は進んだ。</a:t>
            </a:r>
            <a:br/>
            <a:br/>
            <a:r>
              <a:rPr sz="2000" b="0">
                <a:solidFill>
                  <a:srgbClr val="23242B"/>
                </a:solidFill>
                <a:latin typeface="Yu Gothic"/>
              </a:rPr>
              <a:t>ただしゲームとしての面白さは、V8 の延長では弱い。</a:t>
            </a:r>
            <a:br/>
            <a:br/>
            <a:r>
              <a:rPr sz="2000" b="0">
                <a:solidFill>
                  <a:srgbClr val="23242B"/>
                </a:solidFill>
                <a:latin typeface="Yu Gothic"/>
              </a:rPr>
              <a:t>V9 では「強制合流」「中央争奪」「スキル用途」を先に作る。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