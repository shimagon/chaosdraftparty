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4200" b="1">
                <a:solidFill>
                  <a:srgbClr val="24252C"/>
                </a:solidFill>
                <a:latin typeface="Yu Gothic"/>
              </a:rPr>
              <a:t>進捗報告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8046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0">
                <a:solidFill>
                  <a:srgbClr val="5C5850"/>
                </a:solidFill>
                <a:latin typeface="Yu Gothic"/>
              </a:rPr>
              <a:t>Shrinking Island の足回りとステージ再設計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577840"/>
            <a:ext cx="384048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>
                <a:solidFill>
                  <a:srgbClr val="24252C"/>
                </a:solidFill>
                <a:latin typeface="Yu Gothic"/>
              </a:rPr>
              <a:t>島田 泰成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989320"/>
            <a:ext cx="3200400" cy="21945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C5850"/>
                </a:solidFill>
                <a:latin typeface="Yu Gothic"/>
              </a:rPr>
              <a:t>2026-06-09</a:t>
            </a:r>
          </a:p>
        </p:txBody>
      </p:sp>
      <p:pic>
        <p:nvPicPr>
          <p:cNvPr id="6" name="Picture 5" descr="v8_9_center_shadow_lift_play_19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828800"/>
            <a:ext cx="589788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Shrinking Island は「中央へ逃げるほど、ぶつかる」ミニゲーム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3474720" cy="182880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何をするゲームか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3072384" cy="10972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外側の足場が順番に消える。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プレイヤーは中央の安全地帯へ移動する。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474720" cy="182880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9047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面白さの狙い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20240"/>
            <a:ext cx="3072384" cy="10972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安全な道ほど狭くなる。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橋・障害物・中央入口で接触が起きる。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3474720" cy="182880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49047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709A5C"/>
                </a:solidFill>
                <a:latin typeface="Yu Gothic"/>
              </a:rPr>
              <a:t>今回の問題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920240"/>
            <a:ext cx="3072384" cy="10972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前の版は、初見だと目的が読みにくく、すぐ中央へ行けた。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4252C"/>
                </a:solidFill>
                <a:latin typeface="Yu Gothic"/>
              </a:rPr>
              <a:t>発表では最初に「足場が消える中、中央へ逃げるゲーム」と説明する。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4252C"/>
                </a:solidFill>
                <a:latin typeface="Yu Gothic"/>
              </a:rPr>
              <a:t>ただし、ただ逃げるだけではなく、他プレイヤーと事故が起きる構造にした。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M2 の足回りを締め、M3 の遊び検証へ進める状態にした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14173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99032"/>
            <a:ext cx="499262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プレイ体感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28800"/>
            <a:ext cx="4992624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足・顔・移動・カメラの違和感を実測ベースで修正。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酔いやすい camera 演出は撤退。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394960" cy="14173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99032"/>
            <a:ext cx="499262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縮む島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828800"/>
            <a:ext cx="4992624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四隅スタート、橋、中央圧力、復帰 launcher の構造へ再設計。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5394960" cy="14173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136392"/>
            <a:ext cx="499262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見た目とVFX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566160"/>
            <a:ext cx="4992624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砂埃、警告、fade、launcher、sky/post を Unity 臭が出にくい方向へ更新。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71800"/>
            <a:ext cx="5394960" cy="14173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3136392"/>
            <a:ext cx="499262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品質管理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3566160"/>
            <a:ext cx="4992624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AI review loop と Codex handoff を導入。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誤診の原因を docs / review に残した。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06424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直線で中央へ行くだけにならないよう、外周ルートを作った</a:t>
            </a:r>
          </a:p>
        </p:txBody>
      </p:sp>
      <p:pic>
        <p:nvPicPr>
          <p:cNvPr id="6" name="Picture 5" descr="v8_9_overview_route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33856"/>
            <a:ext cx="640080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325880"/>
            <a:ext cx="4297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4252C"/>
                </a:solidFill>
                <a:latin typeface="Yu Gothic"/>
              </a:rPr>
              <a:t>四隅に安定したスポーンデッキを追加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52C"/>
                </a:solidFill>
                <a:latin typeface="Yu Gothic"/>
              </a:rPr>
              <a:t>外周にジグザグ障害物と目印を追加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52C"/>
                </a:solidFill>
                <a:latin typeface="Yu Gothic"/>
              </a:rPr>
              <a:t>高台を左右に分割し、スキルの着地点を残した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4252C"/>
                </a:solidFill>
                <a:latin typeface="Yu Gothic"/>
              </a:rPr>
              <a:t>中央の黒い塊を軽くして、構造として読ませた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4800600"/>
            <a:ext cx="4297680" cy="868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4965192"/>
            <a:ext cx="389534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次に見ること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5394960"/>
            <a:ext cx="3895344" cy="1371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2P で橋・中央入口・障害物が事故を増やすか。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SPEC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仕様との差分を確認し、残りを M3 の検証に絞った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3520440" cy="3154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99032"/>
            <a:ext cx="311810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709A5C"/>
                </a:solidFill>
                <a:latin typeface="Yu Gothic"/>
              </a:rPr>
              <a:t>満たした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28800"/>
            <a:ext cx="3118104" cy="2423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四隅スタート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橋と狭い入口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小さい中央コア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警告・fade の可読性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古い不要シーン整理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3520440" cy="3154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99032"/>
            <a:ext cx="311810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まだ未検証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828800"/>
            <a:ext cx="3118104" cy="2423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2P 同時プレイ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体当たり・pulse の納得感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中心キャンプが強すぎないか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実動画での見やすさ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234440"/>
            <a:ext cx="3520440" cy="3154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399032"/>
            <a:ext cx="311810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意図的な変更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28800"/>
            <a:ext cx="3118104" cy="2423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縮む速度は一旦遅くした。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理由は、すぐ終わると接触や判断が見えないため。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60704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5C5850"/>
                </a:solidFill>
                <a:latin typeface="Yu Gothic"/>
              </a:rPr>
              <a:t>仕様照合メモ: docs/reports/2026-06-09_shrinking_island_spec_check.md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QUALITY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直した理由を docs / review に残し、同じ誤診を減らした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5349240" cy="32461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53312"/>
            <a:ext cx="4946903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発見した罠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83080"/>
            <a:ext cx="4946903" cy="2514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enabled=false でも public method 呼びは止まらない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Cinemachine が edit-mode の Camera transform を上書き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MaterialPropertyBlock は reload 後に stale になり得る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rounded mesh は低角度で side face が崩れる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349240" cy="324612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53312"/>
            <a:ext cx="4946903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今回の確認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783080"/>
            <a:ext cx="4946903" cy="2514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Console: 0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EditMode: 9 / 9 pass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Rejected mesh refs: 0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Presentation proxies: inactive by default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Play check: P1 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058400" cy="4389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24252C"/>
                </a:solidFill>
                <a:latin typeface="Yu Gothic"/>
              </a:rPr>
              <a:t>発表での言い方: 失敗を隠さず、同じミスを繰り返さない仕組みに変えた。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9144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EE703A"/>
                </a:solidFill>
                <a:latin typeface="Yu Gothic"/>
              </a:rPr>
              <a:t>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310896"/>
            <a:ext cx="1005840" cy="27432"/>
          </a:xfrm>
          <a:prstGeom prst="rect">
            <a:avLst/>
          </a:prstGeom>
          <a:solidFill>
            <a:srgbClr val="EE703A"/>
          </a:solidFill>
          <a:ln>
            <a:solidFill>
              <a:srgbClr val="EE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4252C"/>
                </a:solidFill>
                <a:latin typeface="Yu Gothic"/>
              </a:rPr>
              <a:t>次は M3: 選んだスキルを、縮む島で使う 1 ラウンドを見せる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3474720" cy="2011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33ACB2"/>
                </a:solidFill>
                <a:latin typeface="Yu Gothic"/>
              </a:rPr>
              <a:t>1  Draft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3072384" cy="1280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ラウンド前に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スキルを選ぶ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3474720" cy="2011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3619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2  Skill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965960"/>
            <a:ext cx="3072384" cy="1280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dash / jump / pulse を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縮む島で使う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371600"/>
            <a:ext cx="3474720" cy="201168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536192"/>
            <a:ext cx="30723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709A5C"/>
                </a:solidFill>
                <a:latin typeface="Yu Gothic"/>
              </a:rPr>
              <a:t>3  2P Playtest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965960"/>
            <a:ext cx="3072384" cy="1280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橋・中央でぶつかり</a:t>
            </a:r>
            <a:br/>
            <a:r>
              <a:rPr sz="1400" b="0">
                <a:solidFill>
                  <a:srgbClr val="24252C"/>
                </a:solidFill>
                <a:latin typeface="Yu Gothic"/>
              </a:rPr>
              <a:t>KO まで確認する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617720"/>
            <a:ext cx="10927080" cy="777240"/>
          </a:xfrm>
          <a:prstGeom prst="rect">
            <a:avLst/>
          </a:prstGeom>
          <a:solidFill>
            <a:srgbClr val="FCF9F2"/>
          </a:solidFill>
          <a:ln>
            <a:solidFill>
              <a:srgbClr val="C6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782312"/>
            <a:ext cx="1052474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EE703A"/>
                </a:solidFill>
                <a:latin typeface="Yu Gothic"/>
              </a:rPr>
              <a:t>次の報告目標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212080"/>
            <a:ext cx="10524744" cy="457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4252C"/>
                </a:solidFill>
                <a:latin typeface="Yu Gothic"/>
              </a:rPr>
              <a:t>1ラウンドの流れを動画で見せ、スキルが縮む島の事故を増やすかを検証する。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50040" y="65653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>
                <a:solidFill>
                  <a:srgbClr val="5C5850"/>
                </a:solidFill>
                <a:latin typeface="Yu Gothic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4400" b="1">
                <a:solidFill>
                  <a:srgbClr val="24252C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65960"/>
            <a:ext cx="987552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200" b="0">
                <a:solidFill>
                  <a:srgbClr val="5C5850"/>
                </a:solidFill>
                <a:latin typeface="Yu Gothic"/>
              </a:rPr>
              <a:t>次回: dash / jump / pulse と 2P Playtest</a:t>
            </a:r>
          </a:p>
        </p:txBody>
      </p:sp>
      <p:pic>
        <p:nvPicPr>
          <p:cNvPr id="5" name="Picture 4" descr="v8_9_center_shadow_lift_play_19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88920"/>
            <a:ext cx="53949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