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96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si_camera_center_objective_filled_2026-05-25.png"/>
          <p:cNvPicPr>
            <a:picLocks noChangeAspect="1"/>
          </p:cNvPicPr>
          <p:nvPr/>
        </p:nvPicPr>
        <p:blipFill>
          <a:blip r:embed="rId2"/>
          <a:srcRect l="23232" r="23232"/>
          <a:stretch>
            <a:fillRect/>
          </a:stretch>
        </p:blipFill>
        <p:spPr>
          <a:xfrm>
            <a:off x="5715000" y="0"/>
            <a:ext cx="64922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50876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5月後半は、操作感・見た目・縮む島の土台作りに集中した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足めり込みを動的 clamp で解決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79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96896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ダッシュ揺れ真因特定、砂埃を作り直し</a:t>
            </a:r>
          </a:p>
        </p:txBody>
      </p:sp>
      <p:sp>
        <p:nvSpPr>
          <p:cNvPr id="16" name="Oval 15"/>
          <p:cNvSpPr/>
          <p:nvPr/>
        </p:nvSpPr>
        <p:spPr>
          <a:xfrm>
            <a:off x="4517136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91456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Always Run、半自動カメラ、reset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6832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四隅・橋・中央・launcher 構造へ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22208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3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警告 / dissolve / BouncePad を引継ぎ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399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発表用に動画枠と説明順を整理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39512"/>
            <a:ext cx="10744200" cy="621792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5449824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学び: visual / camera / VFX は軽く足すほど危ない。動画解析・実測・review 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縮む島: 4隅の安定スポーンから、橋・L字ゲート・高台を通って中央へ進む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73568" y="1417320"/>
            <a:ext cx="3493008" cy="50749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7190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初見での読み方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76272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4隅のデッキ = スタート地点。外側で戦う時間を作る</a:t>
            </a:r>
          </a:p>
          <a:p>
            <a:r>
              <a:t>• 橋 = 低壁と柱で接触しやすい</a:t>
            </a:r>
          </a:p>
          <a:p>
            <a:r>
              <a:t>• L字ゲート = 中央直行を止める障害物</a:t>
            </a:r>
          </a:p>
          <a:p>
            <a:r>
              <a:t>• 高台 = M3スキルの着地点候補</a:t>
            </a:r>
          </a:p>
          <a:p>
            <a:r>
              <a:t>• 中央 2x2 = 最後に残るが密集する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5074920"/>
            <a:ext cx="269748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5285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V8.5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52852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2P/4Pの見え方を追加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093976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表示用代理は通常非表示 / Play非干渉</a:t>
            </a:r>
            <a:endParaRPr sz="800" b="1" dirty="0">
              <a:solidFill>
                <a:srgbClr val="605B54"/>
              </a:solidFill>
              <a:latin typeface="Yu Gothic"/>
            </a:endParaRPr>
          </a:p>
        </p:txBody>
      </p:sp>
      <p:pic>
        <p:nvPicPr>
          <p:cNvPr id="15" name="Picture 14" descr="v8_4_overview_skill_he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1976461"/>
            <a:ext cx="6995160" cy="3956637"/>
          </a:xfrm>
          <a:prstGeom prst="rect">
            <a:avLst/>
          </a:prstGeom>
        </p:spPr>
      </p:pic>
      <p:pic>
        <p:nvPicPr>
          <p:cNvPr id="16" name="Picture 15" descr="v8_5_gameplay_player_proxies_visib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8915" y="3824141"/>
            <a:ext cx="4127429" cy="2334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4隅スポーン → 橋ポケット → L字ゲート → 高台/中央リングへ進む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序盤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4隅の安定デッキで開始</a:t>
            </a:r>
          </a:p>
          <a:p>
            <a:r>
              <a:t>すぐ中央へ行けない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接触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橋の低壁と柱で</a:t>
            </a:r>
          </a:p>
          <a:p>
            <a:r>
              <a:t>同じラインに寄る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高台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dash / jump / pulse の</a:t>
            </a:r>
          </a:p>
          <a:p>
            <a:r>
              <a:t>着地点候補を追加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初回縮小 6秒→16秒</a:t>
            </a:r>
          </a:p>
          <a:p>
            <a:r>
              <a:t>1ラウンドを長くした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251960"/>
            <a:ext cx="5440680" cy="141732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5079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確認済み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18秒/24秒 Play確認: P1 grounded=True / Proxy inactive / Console 0</a:t>
            </a:r>
          </a:p>
        </p:txBody>
      </p:sp>
      <p:pic>
        <p:nvPicPr>
          <p:cNvPr id="29" name="Picture 28" descr="v8_6_play_24s_after_first_collap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4452" y="4251960"/>
            <a:ext cx="2506176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PLAYER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プレイヤーは、足・表情・砂埃・カメラで「動いている感」を整えた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4"/>
          <a:srcRect l="13158" r="13158"/>
          <a:stretch>
            <a:fillRect/>
          </a:stretch>
        </p:blipFill>
        <p:spPr>
          <a:xfrm>
            <a:off x="997327" y="1338042"/>
            <a:ext cx="1864115" cy="2529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463040"/>
            <a:ext cx="6720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Foot: Animator の揺れに合わせて足元を毎フレ補正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Face: 停止 / 歩き / ダッシュ / ジャンプで口を切替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Camera: 揺れ・FOV punch を撤退し、酔いにくさを優先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Dust: 歩行・ダッシュ・着地の砂埃で接地感を追加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9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9171" y="2601468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8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走行砂埃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3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足元の薄い dust。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5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5171" y="2601468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4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ダッシュ砂埃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強めの burst。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1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81171" y="2601468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0898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5763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着地砂埃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763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接地タイミングを見せる。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5742432"/>
            <a:ext cx="2057400" cy="3291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581101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87442"/>
                </a:solidFill>
                <a:latin typeface="Yu Gothic"/>
              </a:rPr>
              <a:t>動画はここに貼る</a:t>
            </a:r>
          </a:p>
        </p:txBody>
      </p:sp>
      <p:pic>
        <p:nvPicPr>
          <p:cNvPr id="25" name="bandicam 2026-06-09 13-45-55-791">
            <a:hlinkClick r:id="" action="ppaction://media"/>
            <a:extLst>
              <a:ext uri="{FF2B5EF4-FFF2-40B4-BE49-F238E27FC236}">
                <a16:creationId xmlns:a16="http://schemas.microsoft.com/office/drawing/2014/main" id="{F043B66E-593C-49F7-9F2D-E6E636E70F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8979" y="4082796"/>
            <a:ext cx="4446143" cy="258371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FF23A60-800E-32F5-F2FA-166CB16FA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2" y="4512998"/>
            <a:ext cx="2891492" cy="172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32B"/>
                </a:solidFill>
                <a:latin typeface="Yu Gothic"/>
              </a:rPr>
              <a:t>次にやること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ABB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2P Playtest 動画を撮る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V8.5の代理ではなく実プレイヤー2人で、橋ポケットとL字ゲートでぶつかるか確認する。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砂埃と接地感を撮る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走行 / ダッシュ / 着地の3場面。床との接地感が見えるように撮る。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6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709B5C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M3 の実装へ進む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M3 の実装へ進む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434840"/>
            <a:ext cx="10469880" cy="105156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Draft UI と dash / jump / pulse を、V8.4 の高台つき縮む島 1ラウンドに接続する。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3659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次回の報告で見せたい状態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18304"/>
            <a:ext cx="7040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「スキルを選ぶ → 縮む島で使う → 2人でぶつかる」までを、1本の動画で説明できる状態。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94360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今日の到達点: V8.6 runtime確認まで完了。初回縮小後もP1は安定デッキで接地。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AEE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82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6E0D3"/>
                </a:solidFill>
                <a:latin typeface="Yu Gothic"/>
              </a:rPr>
              <a:t>ChaosDraftParty 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EBDC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ワイド画面</PresentationFormat>
  <Paragraphs>123</Paragraphs>
  <Slides>8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2026-06-09T04:47:49Z</dcterms:modified>
  <cp:category/>
</cp:coreProperties>
</file>