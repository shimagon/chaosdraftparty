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96" y="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56692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ChaosDraftParty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685800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AEE"/>
                </a:solidFill>
                <a:latin typeface="Yu Gothic"/>
              </a:rPr>
              <a:t>進捗報告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103120"/>
            <a:ext cx="3657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E6E0D3"/>
                </a:solidFill>
                <a:latin typeface="Yu Gothic"/>
              </a:rPr>
              <a:t>2026年6月9日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4924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pic>
        <p:nvPicPr>
          <p:cNvPr id="6" name="Picture 5" descr="codex_si_camera_center_objective_filled_2026-05-25.png"/>
          <p:cNvPicPr>
            <a:picLocks noChangeAspect="1"/>
          </p:cNvPicPr>
          <p:nvPr/>
        </p:nvPicPr>
        <p:blipFill>
          <a:blip r:embed="rId2"/>
          <a:srcRect l="23232" r="23232"/>
          <a:stretch>
            <a:fillRect/>
          </a:stretch>
        </p:blipFill>
        <p:spPr>
          <a:xfrm>
            <a:off x="5715000" y="0"/>
            <a:ext cx="649224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303520" y="0"/>
            <a:ext cx="1508760" cy="6858000"/>
          </a:xfrm>
          <a:prstGeom prst="rect">
            <a:avLst/>
          </a:prstGeom>
          <a:solidFill>
            <a:srgbClr val="1E1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FIRST VIEWER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初見向け: これは「スキルを選んで、ミニゲームで生き残る」対戦ゲーム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81328"/>
            <a:ext cx="3401568" cy="4251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7442"/>
                </a:solidFill>
                <a:latin typeface="Yu Gothic"/>
              </a:rPr>
              <a:t>何を作っているか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88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2〜4人のオンライン 3D TPS パーティゲーム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各ラウンド前にスキルを選ぶ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短いミニゲームで使い、3試合の合計で勝負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4ABB2"/>
                </a:solidFill>
                <a:latin typeface="Yu Gothic"/>
              </a:rPr>
              <a:t>例: 縮む島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6517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05B54"/>
                </a:solidFill>
                <a:latin typeface="Yu Gothic"/>
              </a:rPr>
              <a:t>床が順番に消える。安全地帯へ走るが、橋や中央で他プレイヤーとぶつかる。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スキルを選ぶ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468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0702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走る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32903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E87442"/>
                </a:solidFill>
                <a:latin typeface="Yu Gothic"/>
              </a:rPr>
              <a:t>床が消える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878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4ABB2"/>
                </a:solidFill>
                <a:latin typeface="Yu Gothic"/>
              </a:rPr>
              <a:t>ぶつかる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82328" y="2029968"/>
            <a:ext cx="256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605B54"/>
                </a:solidFill>
                <a:latin typeface="Yu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74519"/>
            <a:ext cx="960120" cy="6583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84664" y="2075688"/>
            <a:ext cx="850392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09B5C"/>
                </a:solidFill>
                <a:latin typeface="Yu Gothic"/>
              </a:rPr>
              <a:t>生き残る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3044952"/>
            <a:ext cx="6858000" cy="100584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54880" y="3255264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今日の報告で見せること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255264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2232B"/>
                </a:solidFill>
                <a:latin typeface="Yu Gothic"/>
              </a:rPr>
              <a:t>操作・足・カメラ・砂埃を整え、縮む島を「事故が起きる遊び」に近づけた。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17720" y="4736592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7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プレイヤー砂埃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走る / ダッシュ / 着地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03720" y="4736592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13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8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縮む島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68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warning → collapse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4736592"/>
            <a:ext cx="2011680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89720" y="4736592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99448" y="4809744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5239512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2人テスト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5541264"/>
            <a:ext cx="1682496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橋・中央でぶつかる場面。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5月後半は、操作感・見た目・縮む島の土台作りに集中した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786384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60704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Foot v3e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足めり込みを動的 clamp で解決</a:t>
            </a:r>
          </a:p>
        </p:txBody>
      </p:sp>
      <p:sp>
        <p:nvSpPr>
          <p:cNvPr id="11" name="Oval 10"/>
          <p:cNvSpPr/>
          <p:nvPr/>
        </p:nvSpPr>
        <p:spPr>
          <a:xfrm>
            <a:off x="2651760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79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96896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Camera / Dust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896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ダッシュ揺れ真因特定、砂埃を作り直し</a:t>
            </a:r>
          </a:p>
        </p:txBody>
      </p:sp>
      <p:sp>
        <p:nvSpPr>
          <p:cNvPr id="16" name="Oval 15"/>
          <p:cNvSpPr/>
          <p:nvPr/>
        </p:nvSpPr>
        <p:spPr>
          <a:xfrm>
            <a:off x="4517136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91456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5/24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Always Run、半自動カメラ、reset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56832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7648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5/25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Shrinking Island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四隅・橋・中央・launcher 構造へ</a:t>
            </a:r>
          </a:p>
        </p:txBody>
      </p:sp>
      <p:sp>
        <p:nvSpPr>
          <p:cNvPr id="26" name="Oval 25"/>
          <p:cNvSpPr/>
          <p:nvPr/>
        </p:nvSpPr>
        <p:spPr>
          <a:xfrm>
            <a:off x="8247888" y="1856231"/>
            <a:ext cx="274320" cy="274320"/>
          </a:xfrm>
          <a:prstGeom prst="ellipse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22208" y="1984248"/>
            <a:ext cx="1481328" cy="22860"/>
          </a:xfrm>
          <a:prstGeom prst="rect">
            <a:avLst/>
          </a:prstGeom>
          <a:solidFill>
            <a:srgbClr val="C8B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93023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4ABB2"/>
                </a:solidFill>
                <a:latin typeface="Yu Gothic"/>
              </a:rPr>
              <a:t>6/02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3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VFX handoff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3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警告 / dissolve / BouncePad を引継ぎ</a:t>
            </a:r>
          </a:p>
        </p:txBody>
      </p:sp>
      <p:sp>
        <p:nvSpPr>
          <p:cNvPr id="31" name="Oval 30"/>
          <p:cNvSpPr/>
          <p:nvPr/>
        </p:nvSpPr>
        <p:spPr>
          <a:xfrm>
            <a:off x="10113263" y="1856231"/>
            <a:ext cx="274320" cy="274320"/>
          </a:xfrm>
          <a:prstGeom prst="ellipse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399" y="2331720"/>
            <a:ext cx="6583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6/09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399" y="265176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399" y="2999232"/>
            <a:ext cx="1572768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発表用に動画枠と説明順を整理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239512"/>
            <a:ext cx="10744200" cy="621792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60704" y="5449824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32B"/>
                </a:solidFill>
                <a:latin typeface="Yu Gothic"/>
              </a:rPr>
              <a:t>学び: visual / camera / VFX は軽く足すほど危ない。動画解析・実測・review を先に置く。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SHRINKING ISLAND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縮む島: 床が消える中で、中央へ逃げながら他プレイヤーとぶつかる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4</a:t>
            </a:r>
          </a:p>
        </p:txBody>
      </p:sp>
      <p:pic>
        <p:nvPicPr>
          <p:cNvPr id="6" name="Picture 5" descr="codex_si_play_first_warning_2026-05-25.png"/>
          <p:cNvPicPr>
            <a:picLocks noChangeAspect="1"/>
          </p:cNvPicPr>
          <p:nvPr/>
        </p:nvPicPr>
        <p:blipFill>
          <a:blip r:embed="rId4"/>
          <a:srcRect l="11024" r="11024"/>
          <a:stretch>
            <a:fillRect/>
          </a:stretch>
        </p:blipFill>
        <p:spPr>
          <a:xfrm>
            <a:off x="658368" y="1417320"/>
            <a:ext cx="6995160" cy="5074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973568" y="1417320"/>
            <a:ext cx="3493008" cy="507492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71907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7442"/>
                </a:solidFill>
                <a:latin typeface="Yu Gothic"/>
              </a:rPr>
              <a:t>初見での読み方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176272"/>
            <a:ext cx="2606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オレンジの床 = もうすぐ消える</a:t>
            </a:r>
          </a:p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白い床 = まだ安全</a:t>
            </a:r>
          </a:p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中央 = 最後に残るが狭い</a:t>
            </a:r>
          </a:p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橋 = 近道だがぶつかりやすい</a:t>
            </a:r>
          </a:p>
          <a:p>
            <a:pPr>
              <a:spcAft>
                <a:spcPts val="5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青い円 = 復帰 launcher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5074920"/>
            <a:ext cx="2697480" cy="749808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85632" y="5285232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E87442"/>
                </a:solidFill>
                <a:latin typeface="Yu Gothic"/>
              </a:rPr>
              <a:t>動画差し替え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5285232"/>
            <a:ext cx="1143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05B54"/>
                </a:solidFill>
                <a:latin typeface="Yu Gothic"/>
              </a:rPr>
              <a:t>warning → collapse の流れ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29416" y="1517904"/>
            <a:ext cx="566928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81360" y="2093976"/>
            <a:ext cx="1508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dirty="0" err="1">
                <a:solidFill>
                  <a:srgbClr val="605B54"/>
                </a:solidFill>
                <a:latin typeface="Yu Gothic"/>
              </a:rPr>
              <a:t>小物検証中</a:t>
            </a:r>
            <a:endParaRPr sz="800" b="1" dirty="0">
              <a:solidFill>
                <a:srgbClr val="605B54"/>
              </a:solidFill>
              <a:latin typeface="Yu Gothic"/>
            </a:endParaRPr>
          </a:p>
        </p:txBody>
      </p:sp>
      <p:pic>
        <p:nvPicPr>
          <p:cNvPr id="15" name="bandicam 2026-06-09 13-44-59-414">
            <a:hlinkClick r:id="" action="ppaction://media"/>
            <a:extLst>
              <a:ext uri="{FF2B5EF4-FFF2-40B4-BE49-F238E27FC236}">
                <a16:creationId xmlns:a16="http://schemas.microsoft.com/office/drawing/2014/main" id="{D577D370-CFF6-CF83-C1E7-BF076D2A6EC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68915" y="3791982"/>
            <a:ext cx="4127429" cy="23985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67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GAMEPLAY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安全へ走るほど、他プレイヤーと接触するコースに寄せた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序盤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5B54"/>
                </a:solidFill>
                <a:latin typeface="Yu Gothic"/>
              </a:rPr>
              <a:t>四隅の島で動ける
ただし先に消える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7238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872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移動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5B54"/>
                </a:solidFill>
                <a:latin typeface="Yu Gothic"/>
              </a:rPr>
              <a:t>橋が最短ルート
狭いので接触する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130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27648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終盤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5B54"/>
                </a:solidFill>
                <a:latin typeface="Yu Gothic"/>
              </a:rPr>
              <a:t>中央は小さく安全
逃げ切り camping を防ぐ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0224" y="2542032"/>
            <a:ext cx="274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4ABB2"/>
                </a:solidFill>
                <a:latin typeface="Yu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16567" y="1737360"/>
            <a:ext cx="2240280" cy="1993392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7" y="1947672"/>
            <a:ext cx="2560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7442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19488" y="1938528"/>
            <a:ext cx="13716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2232B"/>
                </a:solidFill>
                <a:latin typeface="Yu Gothic"/>
              </a:rPr>
              <a:t>復帰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2560320"/>
            <a:ext cx="1783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05B54"/>
                </a:solidFill>
                <a:latin typeface="Yu Gothic"/>
              </a:rPr>
              <a:t>launcher で戻る
また中央に集められる</a:t>
            </a:r>
          </a:p>
        </p:txBody>
      </p:sp>
      <p:pic>
        <p:nvPicPr>
          <p:cNvPr id="25" name="Picture 24" descr="codex_si_camera_center_objective_filled_2026-05-25.png"/>
          <p:cNvPicPr>
            <a:picLocks noChangeAspect="1"/>
          </p:cNvPicPr>
          <p:nvPr/>
        </p:nvPicPr>
        <p:blipFill>
          <a:blip r:embed="rId2"/>
          <a:srcRect t="23390" b="23390"/>
          <a:stretch>
            <a:fillRect/>
          </a:stretch>
        </p:blipFill>
        <p:spPr>
          <a:xfrm>
            <a:off x="822960" y="4251960"/>
            <a:ext cx="4709160" cy="14173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5897880" y="4251960"/>
            <a:ext cx="5440680" cy="141732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4507992"/>
            <a:ext cx="777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87442"/>
                </a:solidFill>
                <a:latin typeface="Yu Gothic"/>
              </a:rPr>
              <a:t>評価軸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48056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2232B"/>
                </a:solidFill>
                <a:latin typeface="Yu Gothic"/>
              </a:rPr>
              <a:t>10秒以内に目的が伝わるか / 1ラウンドで事故が2回以上起きるか / KOが納得できるか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PLAYER FEEL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32B"/>
                </a:solidFill>
                <a:latin typeface="Yu Gothic"/>
              </a:rPr>
              <a:t>プレイヤーは、足・表情・砂埃・カメラで「動いている感」を整えた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6</a:t>
            </a:r>
          </a:p>
        </p:txBody>
      </p:sp>
      <p:pic>
        <p:nvPicPr>
          <p:cNvPr id="6" name="Picture 5" descr="eggybot_capture_final.png"/>
          <p:cNvPicPr>
            <a:picLocks noChangeAspect="1"/>
          </p:cNvPicPr>
          <p:nvPr/>
        </p:nvPicPr>
        <p:blipFill>
          <a:blip r:embed="rId4"/>
          <a:srcRect l="13158" r="13158"/>
          <a:stretch>
            <a:fillRect/>
          </a:stretch>
        </p:blipFill>
        <p:spPr>
          <a:xfrm>
            <a:off x="997327" y="1338042"/>
            <a:ext cx="1864115" cy="25298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43400" y="1463040"/>
            <a:ext cx="6720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Foot: Animator の揺れに合わせて足元を毎フレ補正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Face: 停止 / 歩き / ダッシュ / ジャンプで口を切替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Camera: 揺れ・FOV punch を撤退し、酔いにくさを優先</a:t>
            </a:r>
          </a:p>
          <a:p>
            <a:pPr>
              <a:spcAft>
                <a:spcPts val="400"/>
              </a:spcAft>
              <a:defRPr sz="1300">
                <a:solidFill>
                  <a:srgbClr val="22232B"/>
                </a:solidFill>
                <a:latin typeface="Yu Gothic"/>
              </a:defRPr>
            </a:pPr>
            <a:r>
              <a:t>• Dust: 歩行・ダッシュ・着地の砂埃で接地感を追加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9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34A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009171" y="2601468"/>
            <a:ext cx="2011680" cy="347472"/>
          </a:xfrm>
          <a:prstGeom prst="rect">
            <a:avLst/>
          </a:prstGeom>
          <a:solidFill>
            <a:srgbClr val="34AB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8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3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走行砂埃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3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足元の薄い dust。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5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5171" y="2601468"/>
            <a:ext cx="2011680" cy="347472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4899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9762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ダッシュ砂埃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9762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強めの burst。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81171" y="2601468"/>
            <a:ext cx="2011680" cy="1325880"/>
          </a:xfrm>
          <a:prstGeom prst="rect">
            <a:avLst/>
          </a:prstGeom>
          <a:solidFill>
            <a:srgbClr val="FFFFFF"/>
          </a:solidFill>
          <a:ln w="11430">
            <a:solidFill>
              <a:srgbClr val="709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81171" y="2601468"/>
            <a:ext cx="2011680" cy="347472"/>
          </a:xfrm>
          <a:prstGeom prst="rect">
            <a:avLst/>
          </a:prstGeom>
          <a:solidFill>
            <a:srgbClr val="70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90898" y="2674620"/>
            <a:ext cx="64008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Yu Gothic"/>
              </a:rPr>
              <a:t>VIDEO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45763" y="3104388"/>
            <a:ext cx="16824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2232B"/>
                </a:solidFill>
                <a:latin typeface="Yu Gothic"/>
              </a:rPr>
              <a:t>着地砂埃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5763" y="3406140"/>
            <a:ext cx="16824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05B54"/>
                </a:solidFill>
                <a:latin typeface="Yu Gothic"/>
              </a:rPr>
              <a:t>接地タイミングを見せる。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5742432"/>
            <a:ext cx="2057400" cy="32918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32120" y="5811012"/>
            <a:ext cx="1874519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87442"/>
                </a:solidFill>
                <a:latin typeface="Yu Gothic"/>
              </a:rPr>
              <a:t>動画はここに貼る</a:t>
            </a:r>
          </a:p>
        </p:txBody>
      </p:sp>
      <p:pic>
        <p:nvPicPr>
          <p:cNvPr id="25" name="bandicam 2026-06-09 13-45-55-791">
            <a:hlinkClick r:id="" action="ppaction://media"/>
            <a:extLst>
              <a:ext uri="{FF2B5EF4-FFF2-40B4-BE49-F238E27FC236}">
                <a16:creationId xmlns:a16="http://schemas.microsoft.com/office/drawing/2014/main" id="{F043B66E-593C-49F7-9F2D-E6E636E70F2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58979" y="4082796"/>
            <a:ext cx="4446143" cy="2583715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CFF23A60-800E-32F5-F2FA-166CB16FA1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592" y="4512998"/>
            <a:ext cx="2891492" cy="1723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200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87442"/>
                </a:solidFill>
                <a:latin typeface="Yu Gothic"/>
              </a:rPr>
              <a:t>NEXT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94360"/>
            <a:ext cx="960120" cy="32004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786384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2232B"/>
                </a:solidFill>
                <a:latin typeface="Yu Gothic"/>
              </a:rPr>
              <a:t>次にやること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05B54"/>
                </a:solidFill>
                <a:latin typeface="Yu Gothic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4ABB2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9616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232B"/>
                </a:solidFill>
                <a:latin typeface="Yu Gothic"/>
              </a:rPr>
              <a:t>プレイヤー砂埃の動画を撮る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 err="1">
                <a:solidFill>
                  <a:srgbClr val="605B54"/>
                </a:solidFill>
                <a:latin typeface="Yu Gothic"/>
              </a:rPr>
              <a:t>走行</a:t>
            </a:r>
            <a:r>
              <a:rPr sz="1500" b="0" dirty="0">
                <a:solidFill>
                  <a:srgbClr val="605B54"/>
                </a:solidFill>
                <a:latin typeface="Yu Gothic"/>
              </a:rPr>
              <a:t> / </a:t>
            </a:r>
            <a:r>
              <a:rPr sz="1500" b="0" dirty="0" err="1">
                <a:solidFill>
                  <a:srgbClr val="605B54"/>
                </a:solidFill>
                <a:latin typeface="Yu Gothic"/>
              </a:rPr>
              <a:t>ダッシュ</a:t>
            </a:r>
            <a:r>
              <a:rPr sz="1500" b="0" dirty="0">
                <a:solidFill>
                  <a:srgbClr val="605B54"/>
                </a:solidFill>
                <a:latin typeface="Yu Gothic"/>
              </a:rPr>
              <a:t> / 着地の3場面。接地感と速度感が見えるように撮る。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9704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E87442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232B"/>
                </a:solidFill>
                <a:latin typeface="Yu Gothic"/>
              </a:rPr>
              <a:t>縮む島の動画を撮る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768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05B54"/>
                </a:solidFill>
                <a:latin typeface="Yu Gothic"/>
              </a:rPr>
              <a:t>warning → 床が落ちる → 中央へ逃げる流れを撮る。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54112" y="1627632"/>
            <a:ext cx="3337560" cy="1965960"/>
          </a:xfrm>
          <a:prstGeom prst="rect">
            <a:avLst/>
          </a:prstGeom>
          <a:solidFill>
            <a:srgbClr val="FFFBF2"/>
          </a:solidFill>
          <a:ln w="11430">
            <a:solidFill>
              <a:srgbClr val="C8B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91856" y="1938528"/>
            <a:ext cx="38404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709B5C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38528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22232B"/>
                </a:solidFill>
                <a:latin typeface="Yu Gothic"/>
              </a:rPr>
              <a:t>M3 の実装へ進む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2148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05B54"/>
                </a:solidFill>
                <a:latin typeface="Yu Gothic"/>
              </a:rPr>
              <a:t>Draft UI と dash / jump / pulse を縮む島の1ラウンドに接続する。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4434840"/>
            <a:ext cx="10469880" cy="1051560"/>
          </a:xfrm>
          <a:prstGeom prst="rect">
            <a:avLst/>
          </a:prstGeom>
          <a:solidFill>
            <a:srgbClr val="FFF7E7"/>
          </a:solidFill>
          <a:ln w="11430">
            <a:solidFill>
              <a:srgbClr val="E87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736592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E87442"/>
                </a:solidFill>
                <a:latin typeface="Yu Gothic"/>
              </a:rPr>
              <a:t>次回の報告で見せたい状態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718304"/>
            <a:ext cx="7040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2232B"/>
                </a:solidFill>
                <a:latin typeface="Yu Gothic"/>
              </a:rPr>
              <a:t>「スキルを選ぶ → 縮む島で使う → 2人でぶつかる」までを、1本の動画で説明できる状態。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943600"/>
            <a:ext cx="9966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05B54"/>
                </a:solidFill>
                <a:latin typeface="Yu Gothic"/>
              </a:rPr>
              <a:t>今日はここまで。動画を貼れば、初見でも流れが伝わる発表にできる。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F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E87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>
                <a:solidFill>
                  <a:srgbClr val="FFFAEE"/>
                </a:solidFill>
                <a:latin typeface="Yu Gothic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8211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E6E0D3"/>
                </a:solidFill>
                <a:latin typeface="Yu Gothic"/>
              </a:rPr>
              <a:t>ChaosDraftParty 進捗報告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AEE"/>
                </a:solidFill>
                <a:latin typeface="Yu Gothic"/>
              </a:rPr>
              <a:t>島田泰成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288" y="6446520"/>
            <a:ext cx="32918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FFEBDC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364</Words>
  <Application>Microsoft Office PowerPoint</Application>
  <PresentationFormat>ワイド画面</PresentationFormat>
  <Paragraphs>123</Paragraphs>
  <Slides>8</Slides>
  <Notes>0</Notes>
  <HiddenSlides>0</HiddenSlides>
  <MMClips>2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2026-06-09T04:47:49Z</dcterms:modified>
  <cp:category/>
</cp:coreProperties>
</file>